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457" r:id="rId2"/>
    <p:sldId id="531" r:id="rId3"/>
    <p:sldId id="532" r:id="rId4"/>
    <p:sldId id="582" r:id="rId5"/>
    <p:sldId id="534" r:id="rId6"/>
    <p:sldId id="583" r:id="rId7"/>
    <p:sldId id="584" r:id="rId8"/>
    <p:sldId id="535" r:id="rId9"/>
    <p:sldId id="585" r:id="rId10"/>
    <p:sldId id="586" r:id="rId11"/>
    <p:sldId id="587" r:id="rId12"/>
    <p:sldId id="588" r:id="rId13"/>
    <p:sldId id="589" r:id="rId14"/>
    <p:sldId id="604" r:id="rId15"/>
    <p:sldId id="590" r:id="rId16"/>
    <p:sldId id="591" r:id="rId17"/>
    <p:sldId id="594" r:id="rId18"/>
    <p:sldId id="595" r:id="rId19"/>
    <p:sldId id="596" r:id="rId20"/>
    <p:sldId id="597" r:id="rId21"/>
    <p:sldId id="598" r:id="rId22"/>
    <p:sldId id="599" r:id="rId23"/>
    <p:sldId id="600" r:id="rId24"/>
    <p:sldId id="601" r:id="rId25"/>
    <p:sldId id="602" r:id="rId26"/>
    <p:sldId id="557" r:id="rId27"/>
    <p:sldId id="558" r:id="rId28"/>
    <p:sldId id="603" r:id="rId29"/>
    <p:sldId id="561" r:id="rId30"/>
    <p:sldId id="562" r:id="rId31"/>
    <p:sldId id="563" r:id="rId32"/>
    <p:sldId id="564" r:id="rId33"/>
    <p:sldId id="565" r:id="rId34"/>
    <p:sldId id="566" r:id="rId35"/>
    <p:sldId id="567" r:id="rId36"/>
    <p:sldId id="568" r:id="rId37"/>
    <p:sldId id="569" r:id="rId38"/>
    <p:sldId id="570" r:id="rId39"/>
    <p:sldId id="571" r:id="rId40"/>
    <p:sldId id="572" r:id="rId41"/>
    <p:sldId id="573" r:id="rId42"/>
    <p:sldId id="574" r:id="rId43"/>
    <p:sldId id="575" r:id="rId44"/>
    <p:sldId id="576" r:id="rId45"/>
    <p:sldId id="577" r:id="rId46"/>
    <p:sldId id="578" r:id="rId47"/>
    <p:sldId id="579" r:id="rId48"/>
    <p:sldId id="58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70"/>
  </p:normalViewPr>
  <p:slideViewPr>
    <p:cSldViewPr snapToGrid="0">
      <p:cViewPr varScale="1">
        <p:scale>
          <a:sx n="113" d="100"/>
          <a:sy n="113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A75CF-161E-C68E-ED97-AA90E8AA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9D683-F380-15A0-FF83-0027C7094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5C5099-F4DB-A95D-D556-4357323C4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32C43-CEB7-FD91-1D3E-C4AD5109C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54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198D3-74B2-35D8-B78F-6B8B8525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CB030-E1E7-F1B9-3107-E31CC34F8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D8FB35-F573-CF8E-113C-0D84AA152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70CA8-B4EE-8B57-9DA2-D9D54A3DE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65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09400-C8F7-F91F-CAC9-B5A37EB88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0371A-28A5-94D1-CF8A-5B6054D85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534757-D77D-43E8-559F-BA8250D1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8C576-F1B6-BB57-0144-C7C3B27CFF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781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EAA8-DD70-A5B0-DB2F-3ED41D7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09524B-F4C3-1B5E-3F8B-BACD3786A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62DE63-3A56-C8F2-29B8-6ADDA429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7B980-8D44-8837-113A-54C4CF5DC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859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DD9A7-2876-EB9A-88C1-99E1F2824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BF3114-9696-2DA5-2C14-DECCBC892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EF078-E165-6DB2-63B9-BED3318EB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BF913-FF07-BC4C-9073-0B10274B3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6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16A5C-E65B-F927-DC61-FEED2E03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5BD9D-2DFC-B99B-A3BB-C186F6E8E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AC366-7EA0-08DF-F5D8-EFA11A797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3B50-3815-1A1C-B2EC-B118A961F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400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46B46-C9DD-1CD4-83CD-EA4457EDE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844D72-9F71-F314-A761-7359D56D50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2F59B-6FC1-5390-6BE8-3BA1CF2AB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A2A8A-9436-5247-6A6B-1BC643455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691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B445-1DF3-A2FD-8E6F-7986F084A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FE761-1250-E875-2B6D-DD56A1BFC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7DDAF3-D018-BD7C-DA3B-B8C4FDA18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3AA0B-010E-7A4A-04C8-41ED458330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69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C3E4-84C6-BBFD-8A64-0F5159EA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131493-85B7-45B1-B965-B52333A2A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4201C-2F60-3157-9B40-B4E188082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D9153-B6FE-AA4E-2660-C66B6EF552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668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20AB-115E-FED3-EF84-D5EAE7387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E0498-2365-44FF-0589-674A41754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4F9781-29CE-6911-3C6C-1643B6676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15F2F-8671-5C46-69C3-E37AE1F4BC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9928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ED9A-1322-6C0C-9DD6-0F52872E3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F9B0A-66EA-969E-10E0-A6545771F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E99534-F468-067B-1C13-2820A8E7D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765E3-4FAF-93F9-606C-016E70864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1480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BB8A-FFD9-E839-0BAC-8FDF264B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D4CE4-3761-2FE5-8FA0-DFF302878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516EC-7414-B3CB-5E72-791EBED54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CBC33-6BA4-0039-6F4D-66AE981542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340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20C9-5BE4-B647-F3E8-6659CFE91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B9A22-ECD4-A47D-E67A-E6D92006A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981F3-788D-8787-B331-689F86F63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0763F-A8BF-11FF-5062-49A773BB8F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703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EF1B-5B35-385C-A4BE-996B59F59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57FD1-F86C-D680-9390-FFD16D7B9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CE2BA-F9E6-8996-9F29-8A5494E25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B2C6-866A-95A9-7587-755AAC583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296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4A00D-B69B-C48B-4464-707E0A52D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242A82-3D71-2170-F22A-AACFF9D94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2625B-D4BD-EEEF-A7DD-DFAB3E0F8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71668-AED5-C2DC-E209-F207D9993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0866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3CD5-5181-E12B-C8AC-7763E0A6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F6EDC-9370-9B52-37D2-CF24686C1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83F09-7196-55E8-E9C0-FE8224F87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3DFB7-00A2-9F89-D5BD-E709E10C8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243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18E2-A851-5131-84A1-8A0BCE6D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6BB7A-95C3-916E-3012-5C3E4ADF1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B7921-D302-AA18-86DD-B8BFC183B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677D-6E34-5922-9F8A-DF57EAF57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0404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FA671-6CD1-1EF2-D13C-D75A18B1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E5B50-3281-8E52-8671-C6FF999BB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8A051-F826-F6C7-122C-7ABF3EDA4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14BA4-726D-86ED-7E09-7B4D04D7E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6673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C454E-DDE9-57A3-724C-7663C7F0A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94CC8-6EB9-67F3-F094-186ED7B84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129D2-A548-654B-0BEA-E3DE8A530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B3675-C80E-45DF-22D1-C97B6352DC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51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F628C-5E72-DBED-2629-D6027D1DD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859FF-E2A7-8F86-F5DE-9C1196A5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D7B8E-0A9D-8D11-C826-FB72BFD96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AC363-3EC3-8E5E-4DF5-C34DEC8ED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7989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53894-C80D-6451-6F56-43250758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7C9D6-4C93-39EA-B166-DC33E17D9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68FB3F-B14C-0181-F65F-7F2A4DA3CB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00483-662B-F80B-1170-C547C34B01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486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2ADE5-A52B-DC71-F3F4-1580D8775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884BD-435E-44B0-CB1C-092CE940C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8F9855-F364-1BDE-DEC9-A62ABE11B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33701-1DBC-2E39-3C9D-3EBB74E47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126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1E75E-E102-9E26-B18B-23B5EAC3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91006F-EF82-3D04-3973-E6726E6F7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F76B5-A5DF-27D5-A032-0CBACDB57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7E6FE-BA29-F0BC-0EFA-07948D6D5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472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A31DE-35B3-BD74-2E0E-5344A77A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F540F-4414-4498-8A7D-E784CAF8D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77FEE-BF04-830E-416A-6FC04BB06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A002D-4C9E-07D8-2429-F5C16C0657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336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6A43B-CF85-D348-A5BC-430F4D471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4C7C8-C9EE-E4CE-434E-51C5CE9F6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4965D1-B18C-7E28-511D-7BD8F906F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D1625-391C-9DB0-3A2D-0AF7BA80C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659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DF00F-357B-E62A-FF1A-35FEA75A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1D1F82-98AD-5C33-2E86-6A50E0ACB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0AB7-42CE-A0DC-E881-A79EEA835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5632-0B0A-797B-1CC6-4FEE6E73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7316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D9A5-32F8-FF20-CD39-22E94582A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CF647-C18C-F93A-D1E6-6D1B902A4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394C8-8C82-9144-EF4A-1AA0FA8FD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A0EB2-0AAB-FED8-2D72-A7CC2338CA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834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43BAE-95C9-92C9-8DF6-44B756149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AAD144-9687-F2E5-14F6-7F8D7D934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479EE-FFA4-2535-8942-5A7E3C91E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78471-7760-2072-2239-C959D271F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697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88BE5-6981-C71D-0ABD-F10CB0BC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C470-5C65-97A0-A2C4-B5BD26A5A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103B51-0EAA-0764-83DA-4B64DF998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B1544-53CA-6721-743C-67D749304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5788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538DD-8597-67A9-B544-36830437B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3E06EB-3ED4-17EB-A765-7F46D87E6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DDA3A-6560-4B56-D000-C5F575F95F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AF308-4627-212B-804D-2F9A1470B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86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CF766-B62D-0873-CB80-171BA6D4D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CE021-8B07-8AFB-D9B8-D31F17A2A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79A28-E267-FFC1-0764-6FFFBFD88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C63E7-0F17-BD3D-2FF2-01AD3651E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92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8FAB5-DA99-7B7F-6A35-F6B251B72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2C9D2-600C-BA8E-621B-EC0322778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B90D96-2BE2-1C38-AABE-E6D1001A5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6CF6D9-7BA7-BECE-BD2D-DBAA7EE6F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392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AE543-4564-AB25-068B-C52807145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50A6A5-6A26-2CA9-FB16-A0B462F95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85E44-AC5C-5593-BC98-392D3AE76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51BC4-49B6-FD83-C0FB-FA432A5BA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3792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EBB7D-B439-61EB-C580-75F50CF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C4EBF-53FD-6DBE-4852-922D979C95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70F3-B397-BAEC-B115-A8706CB6C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93FD3-1CE3-0BA1-6ADB-D1017A9A6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547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99336-6496-1C3B-D801-5B03BA757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45E56-DF28-7FDB-77D0-40B86DEF9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82908-C758-3F44-4369-6FF347124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208EE-8DE9-F337-AA4B-8178BDF0E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692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DC193-FD9B-52F6-E73A-3BB58A6A2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B97278-FA68-602C-DD08-1417C1E105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182D6-7FED-4C03-FAD7-E07B48299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A8E1D-657C-B210-D4EF-FE0A2AA3E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278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BBDA4-0846-F96F-E90F-6743A333D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AF383E-E040-25A0-9690-93397BBB9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C2FBAD-8F6F-495D-1B39-5E840ACA6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DE7FE-DDF8-3FD4-E569-453DE5EE7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233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F5444-4262-39D3-5EE5-0F60E44C9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E441F3-A5AC-066F-97DB-94DB76B56D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A72E7-6149-EC2C-F5CC-695588B88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C5C52-2181-CAA9-545A-CC4D13202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35205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F876D-8ACD-C313-8DA6-2617A019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5A9C7-A815-FDA2-368F-F87BBC5C5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FCBD8-D2DB-2E43-459B-03BD9150C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A8401-BDEF-8CEC-4A61-ED2520266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640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CF774-66E6-F833-98F4-3E1E8E56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63109E-803C-1D6E-894B-2032DA736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81C96F-50B0-345A-D833-89ED6A1D1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D9703-8B62-68BA-809D-32001041C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4474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63B2A-5A89-289B-5E21-DE6DBDF05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33D64-0D74-1E51-4B4E-F88CAA2C8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27E960-077D-7CCC-2039-85E8A67E53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81490-741C-2BAA-54BA-044F625BC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668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82A59-1C9D-40DE-ED60-500EED199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90716-3397-338C-430E-63E14E319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EAED9-7CDC-0688-2EDF-8CD3FFF7C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0D54A-93BF-84DA-879B-0CD3A9030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7398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3AD93-3BDF-31A9-F2F5-AB23C9447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EC2DF5-2B31-BE09-47D7-DD212B831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21BC4-EEB1-0F87-8336-5EA6C94BB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35B1B-72E9-92D1-B34C-98CDB8753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4240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50667-1BAF-D6F5-EF34-276C009C7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A71403-E614-DFB2-95A3-D23794C2D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4ADB2-EF9F-0A1E-C8C5-3E10FC569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E55A9-7D2B-F048-AAB8-9AA2A4166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351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C0D8-19C6-028C-29C4-CA40BC69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B812B-2E3E-889D-0A20-3A0A1ADA2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BA500D-89AE-9D2E-3BBB-E57E98762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D812B-D886-551F-96F4-F12204407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1525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58F36-768B-91D7-118A-A3ABEE6B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160A3-2278-929E-6877-689171C0F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D6B38-9CEB-3BFE-072A-CE399574F8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8646E-EED7-A942-BDA1-06F90A1285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6167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FBEE9-EC7B-449D-F6EC-F22AE31C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140D9F-1B87-D687-4A4E-DADD3CFE8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DBEB0-06D1-DE8B-55B8-B97AAA575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4733F-06EE-CCCF-AD02-51D8F7B7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9F641C-27E5-47C9-47C5-7DFF19CC84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3735" y="272593"/>
            <a:ext cx="4544050" cy="502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F888-F90A-29DD-0280-426568FF9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F4B291-3971-0662-3929-BCE1A26A6B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(28+23)–45 = 6, in 2          (29+20)–45 = 4, in 2</a:t>
            </a:r>
          </a:p>
          <a:p>
            <a:r>
              <a:rPr lang="en-US" dirty="0"/>
              <a:t>(29+19)–45 = 3, in 2          (31+18)–45 = 4, in 2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D43253-4765-63F6-5378-E11C6F110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1CC1BD-F3EE-FA89-588F-5E299EC14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98FA9B-A9EA-9295-453C-CAFEF89A8A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C04C64-EF65-21EF-3B10-780C78813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C6E864-8F04-3D53-31E0-CD1892EA49B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85304D-8149-2B2F-E2CE-8093528269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C513D-A83D-CB64-CB5B-BB10874CC5A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5C75B9-9F0B-8DD5-160C-26A87640580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FCB7B-BA27-855F-8FFB-C530EC47AAD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AE715-2DC3-D6BA-ECB8-568101CB0C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02879F-B574-345F-AF60-123140EBE94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918B04-1DE0-7ED4-74DB-BF82964E397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0649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4F8A3-75D1-F4E1-618A-72075CE7D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FDC9E3-9515-C55F-D55D-B5E52B2B22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[28 in 7] must be 1234567. There is only one remaining possible location for the 9.</a:t>
            </a:r>
          </a:p>
          <a:p>
            <a:r>
              <a:rPr lang="en-US" dirty="0"/>
              <a:t>Then, in the upper center block, there is only one remaining location for the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1C3E10D-0BF0-ED9B-6B45-76941C4EF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475B44-0BCC-D952-78BB-AF2D57007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C3752D-5E6A-BD7C-5D51-EE53352FB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2B0D98-2366-E349-AB74-A03847F11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14A664-C7B9-D9E7-2DDB-79BC72C23AA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2143DC-CB95-86A3-BDBF-37DFA65D090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BC0C-1498-9F93-8F41-5B1E15D5CB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567DDB-5393-7307-36ED-6EBA93DC4C9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9BA59A-0725-C60E-BD38-50B7007C7FC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F96620-1F49-AB7D-F0F7-C20EBC238EB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F3A5A2-25CE-3431-7A2F-1C4BE173C4B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0FE025-5D8D-C9CA-1E46-CFB69194997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7C6D1F-9E30-5253-498A-03AFFA81652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2BE98-E2D8-983F-28FA-61A120C2CF0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1E557E-B33E-427A-B5E9-7B71767983B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733FC4-DF4B-6817-7AAC-7A451438785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</p:spTree>
    <p:extLst>
      <p:ext uri="{BB962C8B-B14F-4D97-AF65-F5344CB8AC3E}">
        <p14:creationId xmlns:p14="http://schemas.microsoft.com/office/powerpoint/2010/main" val="190350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35B5E-395E-1D3B-95D9-E152906F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90EB8D-F158-3B1A-F2C5-8C04F230E3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[29 in 7] must be all but [16 in 2], which must be 79. The 9 must be in Column 3.</a:t>
            </a:r>
          </a:p>
          <a:p>
            <a:r>
              <a:rPr lang="en-US" dirty="0"/>
              <a:t>Then, in the left center block, there is only one remaining location for the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EBC433-F7F9-4876-08ED-66C88B67F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120680-AF75-F54C-F7B5-57F8E76A5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8C3EA2-6BC9-51D1-A672-0F3BAC4809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645037-2DFC-A4D4-2912-D5E271819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10E73B-FB3D-C3D1-A9F0-85137829A61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C112DF-AC84-1331-1515-DCCB342FBC0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4B9233-6B06-8EB9-AB55-CD99E5DC628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8BC632-1FAA-7491-7A37-C96B270C8C3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C97548-0932-AF0A-6839-D289B063533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5B383-0B3B-DF27-979D-4CE2DD30BB8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0ABED-0133-4EA5-7E46-94DD269ED61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9E363E-D9D1-B5DD-A2A9-E024C20136F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E0BF92-7C6F-EF59-45C0-88A922CBBF4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5A966-CBD0-5583-E9EB-A4572EF4CF4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3843B9-6BF7-4491-120D-2232C6EB94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B6663B-4A3B-E317-08E4-E1B4475060F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9E4470-C513-833B-4A91-8674DA088C0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30CB48-3311-2384-AA4B-E11B047FA5F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5C8442-1D26-8388-1E62-71E81C7ACA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85E0A7-EEEA-235B-D01F-AF5105EAEAD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7507C-BA59-2F6B-95B9-DE2FABE64D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3613D-8CB1-A740-3D65-B494AEDDA5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C954B0-0976-FBDE-5758-8BAFECFB2D4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83ADDC-DEB8-25FC-A273-50504D4D070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89E0C1-69DC-B9BF-9E41-8E944DBD55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62877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44DD-B033-BEEE-1336-DCDBA3174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9BA837-91D9-8943-B151-74787CB914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[31 in 7] must be all but [14 in 2], which could be 59 or 68. We know that [31 in 7] does not contain 6, so it won’t contain 8, either.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28AA71-C540-C55F-6D6A-BEBBCD8BF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5E73B4-4634-33FD-111B-7158913D3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19A906-C96C-231E-99F3-3029C1B4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A58C8D-E27A-8CFE-4203-7EDCA34C3C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450610-1722-5914-08F2-69997209284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170EC9-1290-867E-8747-C007E267F4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1FA732-E11B-2FB1-E9F6-263E3F8084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29A24D-3B03-1E37-DBE2-A0E53AF88F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17C95E-7B54-2676-0ADA-2EEB5F86A8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6390C-2652-26E6-12A9-48E2EC5791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C7021F-3702-F924-722E-C1842A46929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C14A4-7220-6452-6785-BF0B5E5592A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1556E-1277-D322-DD5C-2E1FEDEABAE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9BC97A-EFA2-8F8B-7222-5B93F6F0E35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325695-DEAA-5278-BF74-38F94078557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765007-1379-6E7F-A760-967B407DE28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A8EE70-8EF7-1AE6-04A8-A8C902FDD49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23269-D0FE-8461-018B-8712FE44409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94250-22DE-459C-5E8F-A2EECED2EC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50B6BF-0C0B-9434-5A10-FC3D888F946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BF5AD8-3DD6-6353-B31D-D3486D3A155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FA7473-9B38-44D7-CEE7-5DA1D11115C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E717B6-3AAC-5972-5D1C-1521AED773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1D90E6-43D6-4F83-52AF-3C253ED881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F97E74-0C31-4426-6754-A71497E90A6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01ED01-8AF5-A153-F521-DAC3120F328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73CA6-5D7F-C937-7A3D-82A80CE6EA9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3D605D-832D-CC99-5BEF-6238FB64813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2B7236-07C1-E5E6-16B1-3E9F5C0FD46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753BBE-0E2C-3F19-5EA2-0CD5D0B235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35D509-066A-E515-A4B7-B619D2049BA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89071-B17A-89DE-5391-2837CFA62E7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84CC54-CFF1-1ECC-7679-405CC88207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78722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834F7-84B6-F478-78E7-95722AE2F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5FA9A8-BE83-65EF-957F-AB30030F8B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9 must be in Column 7. Therefore, this is the last possible 9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75900A-9DB0-1099-4477-9AA3F38E4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1E89B7-EB09-FF95-2976-5355C5548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ABBD8C-9191-0D06-F4C4-6F8F47C7C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CC7347-FAEA-5A36-BEDE-EC80A20BDF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2E5852-0E8A-14AC-8A5D-BF49616BD83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B3749-5DEE-A3BD-D8E7-993DCB1DE9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83D8BC-EAA4-2B13-AEA1-A275FC26A8C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BB4068-155B-CDB6-92E1-5904C883E03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725DB1-84D0-1CCE-7EC3-BB57CAD3024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71F2D9-0A36-15BF-5377-E358B970EC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B41144-543C-29CD-BFAE-7E6E6311C0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901478-AFC6-A24B-28D0-AEF99092F74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5B64A0-2148-AB92-4700-28803C9AE6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1D467D-0402-FD13-49EF-4A72F261B73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735F6B-ED0F-D3BF-3759-EF092909BA1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1811FF-29E2-6B60-2D89-5DC8B55075C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5A7040-C3FA-CE21-FC3C-3FA7F1E430E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8BA45-DF83-7AD7-F7E8-FE97656ACC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78AC3E-743B-9A06-515C-62368E1224D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810F83-3D3C-0E84-0BD9-48D7A90AC6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F25EFA-2BC6-72D1-14F1-52066B9D1D4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D95436-CEBC-753B-0E00-50C1F029C37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0C9ECC-11AD-6401-D83E-FB2E086AB5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A61A49-D074-DD82-9F6D-84D9D19C78C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9E78DC-895E-E09B-DC55-AF1A3DD926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84F497-96B6-96AC-9ED0-99816CBB305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E491F0-F75B-430E-3069-ADBF590E36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09727F-3BAB-114D-FA98-79AEEE946D5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B7A9-519E-6516-FCC5-1EC9ACA840F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DE679A-A926-3FBD-5B65-8053354B82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AECE40-2F7B-378B-73E6-FED3E11611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1A09D8-1E34-AF64-EF9C-9D8C9424469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F6518C-C22B-000F-564A-F03300688F9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35633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69F53-8BB2-71BA-ED2A-51FCCC503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A780C0-4077-AD5B-800F-4C94D5D5EA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5F55CA-4A44-E03D-0F7F-37ED3D3BA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73BC21-E002-1330-CF34-C59F68932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73A9505-17B4-C80F-814A-E64FF143D8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820181-430D-2D2F-9C52-802167E85B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BE2473-374F-7FA0-5611-AB6FFBE91A4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7CF8A-C7F9-1E8D-AEED-882C3E6D40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38F12A-41C5-27E8-B626-7D13499D6B3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E9795D-5170-43D5-A6CA-5512EE5BDEC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D11396-065B-1914-341F-B915CDA7D89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B0909D-19A0-ED8D-8CDD-DBB3EA47004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19F157-BA67-3DBA-076F-9840B1CB736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518DB-0623-17AC-20BD-6EFF767C8F3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1DF5DC-1C82-E709-B0DD-51591088B3D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808897-6E4E-D326-1232-0C30D55477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3D63D6-B1D8-E3D7-F682-56484112038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06A42B-85E0-8ED5-92AC-1946C1C8837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F6A696-B073-015F-A922-FC868D4AB6C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290073-33B9-6E10-6598-B6BC088D3FB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52E0BB-80B6-64A2-E662-55F89EE1C8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55ADC3-38B8-1096-2A3A-F8BB64F5D1A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844DBC-811E-9E00-BE60-7779E614237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BE1C6B-D022-9DD5-E2CB-622C963CE12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AE8C36-D1E7-DC9A-906A-40D2AEEB603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234A32-9E17-8668-49D9-E41E655FF9D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A536C3-D5C6-3A5F-3774-ED41C88810B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C77EDD-16E3-B968-DC37-6499DE9258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EC15E6-1866-B722-9E6D-E46EDD1176D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5CB128-B927-C8E1-EAD6-2355F7E1DA6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D2063C-3408-118D-0228-3DABF7363D2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FD9086-D938-1823-D799-ED038313217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8FA89F-08B1-AE51-4005-EE8595A7FB9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0A4BBA-FD01-64AC-8B29-610D6CCC4A1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20E491-58B2-1CC4-B0CE-E782CE2E46D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8423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BE239-D0DD-BC3B-C0C9-7DE03C0DA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B98A65-D0FD-B2ED-6D14-B0B88DFB5F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[29 in 7] must be all but [16 in 2], which must be 79.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3C72B9-8822-D6D1-D60E-ACEC8CA5B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569A7B-4622-6A5D-A4F1-F8F9F2491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452CFF-6399-C2A7-0D8E-25CCFA8F57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DF1769-AAE2-18A2-831D-53A06C2A45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5204E5-0BC3-5F32-A8E8-991D8E40A7C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6DF283-DFBE-D88B-1C0E-98A10E8B9B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DD00D3-B641-D3FC-7CC9-D80E5C7589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D0A94B-014D-B250-5022-31A5EC0EA3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181CE7-BF0B-F4E9-39E9-D8F633A44D1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00D21-54F2-2067-DC8C-1E8EA38DA42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3C40F9-CFFC-6549-D8FA-81155019AE7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221C55-104C-C5C6-FFE0-2921616EECE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368DE9-5B95-09DE-94E2-3652E8022A0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7719E9-2C44-16F7-4997-69AF141F6C6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97C4CD-AA28-F296-E59A-C9DF492344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587B48-EC65-A40C-842B-6024F73480B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5C1C9B-AD81-A303-05D0-5A75FBD0548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5A0EA5-D38E-85B7-B2ED-27B4FF5FD5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C420BB-E39F-CEC3-D57D-75EF0EDC9C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7F12D6-4D9F-5212-A6CF-91208C4196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B68DB2-CA1B-F3E0-B8C6-4DBC144E90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5387C8-32B0-9C07-1EC2-F7B298A586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89282B-D977-EF6C-A365-2AFD19A59F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EBD893-F9AD-DAA3-FE11-C0D9722975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93DB4-A939-9FA0-05E2-AFDADC95373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3CC00C-9FF8-E0C2-6BB1-476B6FB20DA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C433DE-933F-9D23-218D-B23498B5766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1E3954-26DE-2164-3CBB-AE8E7367D2C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269D61-B170-8626-DBC5-592EAFA8EC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EDF479-96B4-7695-25A4-3E87146930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276D2C-67DB-F13D-4184-2BF533A4BC9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EFA4F4-1D14-7472-49C9-F32BF084DCB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BCE4DB-27A5-5EB6-E0A8-2A075AFB1C6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F54C93-9310-5DE2-C610-2A3C2A23601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39A2A2-494D-E412-1783-D1FA8E7E75F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75F04C-59BC-018C-B387-F43E110E8B6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1A6973-2081-81CA-668A-8D1745B85E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0EC198-81E2-1130-B69A-4745A440F9B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FA3D945-A51A-108F-9DA1-A1EA478AE9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958005-3D58-DB39-36A0-68CC2ABEE44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A3DB70-2CE6-B067-C068-678B67CC5FA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38721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0004-7348-6D5D-9B9C-756DB496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1FC267-A7F3-5787-61B0-53A776B7BD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3E85C1-8DBF-B51A-8037-64DA2CA9F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F76B73-AA31-B42D-7240-D84D5FCE7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D3EE24-EB20-0976-CA66-C2CBF395F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8A6476-4F8D-E35F-7D29-239FBCE40C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B943C5-54DC-0937-A17D-644C22DAC2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4B449-2BD0-AFA1-7154-54492DBC1BA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655F2-53C9-6EB4-0ADF-6BF1456C16A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8EFBD7-DF60-B08D-F3F2-B4221865089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98D93-FE3F-4DE0-7E57-67ADD161D87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026C87-A8E4-2D38-2B2D-9D86C59429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54F689-5A15-59CE-4F96-1CE6009A889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C5AE43-9DF1-3E5E-0399-D9D090012A2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AF2ADD-F467-1E88-07F4-ED38EC1AD25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1BA05-BCD7-39F3-2EB4-DD7D745F04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DD3AF-1EDB-58D5-2021-2E6E4064022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45C11C-266B-DEE6-D2F8-114EC23F23B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C0D601-5072-7CD0-F0F1-D0CD0C0FDF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28D3BB-52AC-7869-8C68-A01C9C9DBC2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E495A5-284F-A438-E45E-679B3E123D7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5F997E-E7DF-2B1A-77FF-315B06B2E59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11116E-5AB8-AC05-2D12-A849741D5D7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054956-E745-85C0-197F-E01C10CE763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3C34CC-34C4-8603-1D3F-C5EA5A84AA4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CB08FD-EFC6-DA90-61ED-6B77E2A8266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9871CB-DEB8-69DF-4C3B-5211C613A5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882999-6BA1-1135-E121-9DA3ADCE817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EBAE59-0FE9-14B7-A896-D0AEA1879BA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BAF47A-320C-9562-DFC4-E464EA1A51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2D1C16-69B6-6FFD-248B-3AEF3E4D9A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D323DC-F033-AE6B-21F4-8A2B9E81FC5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251776-FE4A-6E53-69DF-4579E197A89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5544C4-22B7-6D54-3BAA-8C6CE22C2C9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4657C1-F1C9-68C7-61DB-914BDF09418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48B912-D582-DEAB-DFC8-5066B4758B5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D1E92C-28CC-FF61-0423-DBBB729B96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CC4CAE-A275-33E8-1A95-C105B3F41C0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525F62-E1CB-1D8C-3815-9B2BC51DC4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14264C-F15D-66DE-85CA-E16B48037A8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7D63F5-5C07-76E3-B0EA-DCCE3698684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50F5D6-B57F-123B-1525-44EDDABA7BE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F34FB2-F992-38EF-2D9C-0F1DF79FFA0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B7BCAA-0065-0032-5469-EAA6878BF8D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</p:spTree>
    <p:extLst>
      <p:ext uri="{BB962C8B-B14F-4D97-AF65-F5344CB8AC3E}">
        <p14:creationId xmlns:p14="http://schemas.microsoft.com/office/powerpoint/2010/main" val="3033107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52846-E563-9CA0-6385-53B20152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0C2AB3-2AE4-EF16-1FEE-EDF8E93CB6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5, the center cell is 45–(9+10+18+{24678}) = 8–{24678} = {6421x}.</a:t>
            </a:r>
            <a:br>
              <a:rPr lang="en-US" dirty="0"/>
            </a:br>
            <a:r>
              <a:rPr lang="en-US" dirty="0"/>
              <a:t>Only 1, 2, and 6 are possible. (Can’t repeat 4.)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560F7A-EEB9-F8AC-BEFB-C37304BA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9DE11F-FA7D-5E99-8B29-7ADFE2A9E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83146B-85CE-E4C7-54DB-D0A3185E9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67BC76-5A17-033B-1D73-C8E428500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2FF440-4FF5-C054-092C-D2B93A455B1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D585CA-4A3B-7E47-D1B2-A6C80185EC0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B0800-960E-C3B0-5A11-F4D95434DD9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C29B3F-9871-B8A4-3015-E6F1F20710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304CDF-5719-536D-D7BA-32C75970F6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526F57-B891-8DC9-28F8-98263D7CA84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73A4D1-55DB-D2ED-266B-E0498FA861A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D4120-315F-9A18-9A1F-C9836C27EA3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58E93A-2E0A-1318-DC7E-AFEE0786706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4C5DD-7C4E-4206-D448-706D32CB176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BF6404-3842-EBD3-1BD8-B0F60BDEA28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A52755-3233-4547-D964-A586421D64C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B5F344-3310-D055-572E-FF9BD9B4238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3AED7E-B7D9-1622-7E82-02DEC55145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A973FB-1E49-C005-2113-42B9187A6F3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FF4665-FF57-5E9B-2BAF-CE3DF95441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3C328F-9DC5-B563-8367-ED60128907A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80280F-2591-F4E4-A84E-4457B92077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18DE1D-1D6D-6446-2203-6E23202428B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8D9CA0-E1FB-4D94-0C45-86619D484D0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6084C7-4F59-6822-3F93-4B02F0E6C56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64B3FF-1E81-8DFB-DD0A-1AFBE87A760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72CB53-9E0D-EE82-EDF3-C0AEFBEF9AC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051B95-8A3B-880C-10CE-6C1C634EE8B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530338-00AD-E666-6A08-B02A1AA05B8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5B7878-2A3F-DC75-B1A7-74C17BB0868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CCA645-15FD-80AC-4166-B94B32B850C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8F4727-21D2-5EC8-2FB1-DDCAB5647CB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2B9814-23EF-7205-A8C6-B928310C40B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2F39B1-DF0D-D7E6-EF0D-165811C034D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14947D-92F5-9B5A-DD86-4F136316C66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9F18AA-12BA-E83E-52C7-4A7377BC4AC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B749B2-D8C2-FA3A-905A-2AB66305C57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EF6C4-EB1A-92CC-18AD-7937DDE49B8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F160CA-93B2-0EDD-07A9-C0AEF91BE21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7D37D5-DCD6-241F-33E5-BCD6A7CADCF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F50373-291B-4E82-48AE-1C223060788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737BEAC-4213-973B-6476-C81903C3B0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C407AF-6C63-14BD-6077-835CFCC429F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621</a:t>
            </a:r>
          </a:p>
        </p:txBody>
      </p:sp>
    </p:spTree>
    <p:extLst>
      <p:ext uri="{BB962C8B-B14F-4D97-AF65-F5344CB8AC3E}">
        <p14:creationId xmlns:p14="http://schemas.microsoft.com/office/powerpoint/2010/main" val="735595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B5FEF-09AD-C5E9-5A9D-B15CF0CC6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EB0811-2306-5195-75C2-87261B913D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5, 45–(9+20+9+{621}) = 7–{621} = {156}.</a:t>
            </a:r>
            <a:br>
              <a:rPr lang="en-US" dirty="0"/>
            </a:br>
            <a:r>
              <a:rPr lang="en-US" dirty="0"/>
              <a:t>However, an additional 1 is not possible in Row 9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FF295D-BECC-F2BB-4FCE-737052103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911903-4154-B7A6-F425-29DDBF627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E93CFE-E696-5C2B-3CF0-016E3D65C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5F8FFE-7301-D632-9C49-E1A72E47BD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9F2E98-4F1A-F33C-FD85-0066DF743A3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68CD0F-C083-6A5D-8A01-87C47FCD848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2C350-1D00-F3B7-6098-4436643744D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C6B03-6868-F170-E287-B03238E28BF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B5B8A8-8ED6-BB5A-8968-86F4A659411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F4D564-FD70-4EBC-241B-55372C3D7E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BA61D-30EB-030B-A895-DE8DBBA63F8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926C0-6605-5043-8E95-1D460E1338D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BFB8C5-6563-F9F7-486B-F5D95FEA31A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E243A2-3DD7-4AEE-65F4-D1AFE2B9D38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F85FE4-66CF-BA64-9D42-C3A467B593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CEB86C-8862-0D23-5F03-F3AB9E4EEA3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E2F0A4-0677-346F-EBA0-BC1557BF83B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24FC9B-8357-8F5E-FDAE-0E231C9086D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CCA03-A7AE-182A-A895-F7B758186B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1ADA22-A610-157A-03EA-8111827590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FC6CD1-91C2-E66B-FB45-6502404E4C6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939DC1-A3F8-4C8E-F26F-5424BB63C3A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879524-D437-5A1A-8520-3576CEEFB4F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671FC5-10E0-0B3E-8AB5-66962D2FB64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56059F-0741-82B6-D4B0-B21D40F0EB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C534A8-34C6-7FDD-483A-EBABF0C552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AA9A7F-FABA-F67C-7385-383B85B3257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6A4DF2-51FB-A9D3-712F-8F24D463330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91A418-0256-0671-D08C-84B0D57851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0B25FB-EAA1-F687-2A4D-214751CBB11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7B20F6-E3BB-3C08-4EBC-BCCA572AA0A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4CB1D81-1064-E70C-6E15-849B24A445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A7D5BF-5F12-28DE-BE93-6B59007D10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F4D234-2298-4466-7770-50C3FE4AB0B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B7930EC-4478-36B1-DB87-6E4AB3481B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1E1F58-6517-9FA6-6110-00BF91962E9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491D2F-052A-AD98-F366-FF6BA9ED4F1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956F8B-C561-24FB-100A-D0ED32DB168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E55631-2701-382A-B95F-F6EF9340B93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90AC23-2280-5EC4-C6A8-E841B66C269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3D5424-61C1-873A-3C94-A09203D3943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AA1601-8154-B688-6236-C455A9CBD31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208CF1-0035-6663-A505-39803FB59D9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AD9C0D-C2B9-89B0-CF49-3AE21C712F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356715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6591-F0BE-813A-4BBB-D4BB0D581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459B3B-2C99-42B0-EB83-96220F5338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the bottom left block, 8 is in Row 9.</a:t>
            </a:r>
          </a:p>
          <a:p>
            <a:r>
              <a:rPr lang="en-US" dirty="0"/>
              <a:t>In the bottom right block, 7 is in Row 9.</a:t>
            </a:r>
          </a:p>
          <a:p>
            <a:r>
              <a:rPr lang="en-US" dirty="0"/>
              <a:t>In the upper right block, 8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3E726C-399B-ABB4-9D5B-2D869F96F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C4AA749-92FC-2952-0144-C1CAD94E6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04D1A6-F27B-DFBC-EA4E-5D9BD6D25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50BEC1-948D-6AEC-C8B0-EC5C45442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1C330A-7919-5B41-1105-6DC53A796C4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4EA5A-5EE2-04C0-CD6A-47EE5BFBA24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2CE370-7BF2-3F6C-BAF7-F153ED3BE96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27D6C-BEE8-9C94-DBE2-601F7E575A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B3DE1C-4789-0E7A-6FA8-FA6BE97688C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0BBCC-322E-8451-FD12-D91444BF5C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6DDFE1-F62E-D276-9A2B-93074E51147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F9A4FB-475F-994D-16B1-E1B9506A295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6BBD41-0808-1483-4F60-738E759F5B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D20409-FD68-F025-4C0E-4152014959B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6FB612-EA8C-1F4D-227D-9F18EB61A1E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BB188E-C71E-EF32-EF7C-F48E6E00912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ED0681-74B4-0E92-36A1-F76CC3F8766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A03D4F-D12F-147D-2DAE-823D1328AF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7242ED-1367-9E51-2078-FA516A5F691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B5F592-8CA5-C852-586C-233B585E23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BF7C5-9C38-47B4-44CC-D119A97A7FF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B8930A-69EB-5DA8-B747-2D6AF8D6091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C49D01-5270-BE94-A447-5518B506BB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E76B3A-4D4B-64B6-1C46-EBDC687CD3C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02CB2B-6498-2044-0A47-4AEAC04DB8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6420D2-0497-8EBD-EE77-80B816E5580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3AE3CD-7D2F-C5CC-2CFC-B3AE6C5A8B7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6E7C8-30D1-DAA4-ED9A-303E89E68B2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240CF8-79A2-DCE2-B694-7CE03529E02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ABC058-505B-84F9-1011-D8C3F7817D9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168B95-1B7B-438C-A68F-17F91F1C1CC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5E1F48-64C8-CC19-7A96-6A55C03780C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0AA8A0-8980-5D5D-E5B0-2B038C7B40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AB55A1-8F34-90B8-7B45-A5308562873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F66095-5A8F-0AAB-CAD1-5E3C90E8132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1B5F03-05EC-85C8-3FD2-B671EC26FD2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BE12BC-8456-71A4-CCC5-93EAC48D50A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73DF05-5C8F-13A9-3BAD-90500235743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8CA39D-35CC-3022-5BA9-4B290A21429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9F0C7E-0090-094E-B497-4C96003E522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4188E4-D4A5-852B-076B-F326C7BE622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4706AA-B7E3-1424-06FF-9BD622EE61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376001-785A-EA9E-249C-55C2C14E872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9C2B79-5ECC-600A-4496-485D1D9A9BF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2571883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DB58-64DE-A3C0-0661-23BBEA54D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7A6019-5083-89FD-3643-301EA3B28B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8 in Column 1.</a:t>
            </a:r>
          </a:p>
          <a:p>
            <a:r>
              <a:rPr lang="en-US" dirty="0"/>
              <a:t>Last possible 8 in Row 1.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2FF2A72-4AE2-A2D8-CAC4-58B6F18E0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4CBBAA-073B-A71B-2F07-53B751EE6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57C59D-6AED-8136-BE7F-6A0F95E3D3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7B419C-AEF1-4699-1240-AABBA71C82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EC33D3-E4F7-3FD4-50FE-48BC3D74969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7EF66-B03B-8E42-41A5-D78C8EE1785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8A4D2-5EEC-C41F-462F-1178A1BB0E8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5C31FB-A5D4-F28E-5A03-505F80CE46F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196B94-9CA8-1D95-5271-F41DC98D200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58C866-3C64-6B48-19FC-DE4A598239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2044E9-36C4-B9F4-5D10-C411659B273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F9756C-C7DC-DABA-4260-AC3DA5954FF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188B7-199C-CE29-D6D6-52FB21BC5DB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458B7D-9EED-AAC1-0B72-B37A9B71804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5FD370-158E-2CB2-0E66-4E1DB43A87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9C904D-296E-6D8F-7B1A-2DA825E353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8B0EE1-2A10-6AEF-9F0F-1A95BBD30A7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F820F4-3BD3-C91C-3056-AA91D51AADB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AA9445-3F95-740B-8D36-B25ED84D7D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8F8FE7-990B-A3DF-C019-C637CDC8B8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34B818-FF7D-647B-0282-D8BC14ECF31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3B0055-6152-95C6-D9DC-1D18C71647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9BC9C4-B482-4E6C-D5BE-81B787B8636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54C4EC-1A14-F882-DD34-57E63BF4810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F934D3-82CF-48A4-D43E-62C9DFA1B46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EC3962-FC76-EAD2-8144-DD84CF26B22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114360-0CFD-0BA6-11FA-A24108B12F2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76B460-5B31-5B81-4AE1-3C502A37D19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9D3549-AD1D-A4B2-DDDB-B6BE45AD3D4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94D0C7-DD68-0E2E-C61C-B056BD2206E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069BBC-5A31-778E-E9F1-E8FBB0323FD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367EE9-5B15-0310-C6CE-78C2DBF0E80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794895-B850-838B-0A40-649473C722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683F24-3115-79C2-9632-B2483BF5EB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55C758-F9A4-E875-75E7-00533C2A67E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C13553-0A0A-083A-4753-CE86A49B0F8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408FD8-8AB0-6D43-272E-D12FFE9ECC3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84263C-78BB-6CE2-8ED6-F89FA81764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38AFC2-1A3A-AC45-18E7-6522D52099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097B1A-59A8-D8F8-BF9C-CABC01754C4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213C06-36E4-5A7C-6DAA-21364E2447F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1369DB-EBC8-E534-710B-19BD2C94E50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A680DA-07C6-C2E0-25BA-62302A1E567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F94748-469C-CC6D-46D3-56CD2066B17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39662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8AC1E-38FD-1303-54E1-B188F7DD1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935056-2498-900E-B688-A396623388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Both Row 1 and Column 1 need a 7, and there can only be one 7 in the upper left block. Therefore, it must go 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13FD6B-4504-D52B-E695-D9AE80CD4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93EF3F-CCE9-C4A9-12C7-BDB126BA5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AC7EFF-35B7-9D29-F8F6-30A86CA978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A3C1E4-A965-862B-8CDB-17516406F4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DA7482-B8E1-F22D-35AD-D7A1780BBF7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89B4A7-9AC8-F54D-2F37-E32E24EBD6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14473F-19BC-10B7-0092-55EFD96C1C9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34F32E-5064-6EDD-6298-6DFF50E752A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934038-6A0A-C222-41CB-126BF3941E6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32103E-89B3-EABD-6906-C338354766C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8DFC36-E63E-AB20-07E1-67EE234862B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88072F-2D66-9813-90E4-2C4BE140435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2814-47C2-33DE-060D-E0FA583BAA1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8395E5-B7DF-EFBE-CF0E-BD6105B671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E54194-13A2-A2BA-403B-2A59286E8E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3E5E14-37E4-29C3-994D-09999DFDAB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1D845F-1528-707E-CC3A-FCAD3461340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09E94F-CEBA-89EE-741B-21775A252C8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6FF06-283F-E2E8-9819-D84DF111F8F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52AD34-935C-050D-21AC-1950C6F7432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97114C-1A38-E1CA-4E87-9F340E1224E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204F6C-F35F-A7C9-2A21-E3FA9F88177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34CC21-094B-90DA-69EC-11742953DC2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AD8A6F-2634-7CFB-EB94-4D0F3C86CD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CC2016-2397-F26F-82DB-DB094946985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9834BE-128F-A5FE-9E3D-39927E0B03F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B67E20-7BA0-9DF0-8CB0-D0B0F4AD37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8E9DBD-FD2D-6ACC-CE38-B771002FB39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6D63D0-C09C-0789-3EE2-34089969616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FF3D61-17A1-3A7D-1538-40158FABAEA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01C23B-A245-066A-7C0D-ACFB4B9F729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5E1008-F349-E79B-1EEF-9D17C24C8B6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B2D996-CD7B-9D51-067B-1E30F10FDE2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67EDB4-20F6-C29D-4366-4D17268F3C7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A3C040-91AE-B67C-7F74-0F8D7D5575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1837AB-8073-43DF-C4A8-FD4EEF8E0E2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F22F8C5-B1A0-634D-1240-85AF97F7318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8682C48-BA0A-F65C-F3C2-F43E48FEB9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D48825-2C44-4F8A-219A-3FC7514C890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9A7BCA-E4C9-AE96-C6C3-593E11D9FCE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637618-1067-A4CC-F725-3C85C668213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DF5486-1798-6E87-5D39-F6FE9207A8C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59395-AC7A-5702-502F-BF093E813FB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8EE5E6-EF09-E88F-A25D-BC131A3F7BB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15ACDD-6355-145A-764A-1A49FFE68AE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26013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B379E-5D5C-4134-4573-906AA46B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D4D746-6303-E9FC-9BE6-F1738279D8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7 in Column 9.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26762B-31F9-35B1-4B1F-E5DA3BEE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AF8926-F212-60E2-F2AB-8760648073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8843BD-BC51-9492-17E5-887096EE5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3AC504-2905-79E6-A4DC-060992DDDA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E29A50-7DC2-C68D-767C-5DA87E58AEE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C7BD3B-EE74-8FA1-FCB3-D2EF894543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4FA9B7-5BC6-4C90-488E-0D693CCCBF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556F3F-7936-6D57-B89D-41F33B7A53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2A354B-A097-B220-A2C6-654D029C300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4A8D3F-1A07-5B2D-FD76-5D0209C7812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6C7993-BBB7-1843-2A4E-8268B1CF83C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3380B2-A3C7-9FF9-B976-A797CCF616D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32F38-BBA9-6EA7-4E3E-6E5F4C399BF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E5B3E5-3294-7ED9-C521-2218C7C38BD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DD9BB4-236C-1226-C562-0F1A2CBC6D4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0081A-E3BB-4427-39EF-30B0617A02D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4502E3-51E8-A193-9070-CB6687EA721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6060BA-E4B5-9321-1474-150273F422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09259E-6616-3D68-A834-A3310D512AD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0462DD-D665-E120-FB03-3C9070FE0E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D48143-1586-FA11-62F9-A43548496EF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702339-5534-359E-1FF1-38983A9CA93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347A3D-9C8B-778A-BF22-C3A062E041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76FA94-8BE5-7C60-CE66-129B00E07B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5559D0-9B08-3F13-9061-DAE002E32FF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AEFAA6-E274-9B13-9B9D-D6B4EE6DD6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1D7210-7FDB-492E-7B88-057E3CE11E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C5909F-02B3-884B-5F29-124702E549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10F198-2134-FC7B-0A58-34F7B9E39F8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F901F0-F159-1D37-1479-BB85114719E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799989-FDAD-3E99-56A8-C6E33E9EE8A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3AAE2A-6249-E932-4346-EE8C8C1BF3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FD7AB1-7154-3541-945A-26442555BC4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0119DA-8FA8-932E-3732-2585FBFC66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B2DF9A-E77C-5B94-6625-EB53FFB5645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4719D8-E091-B270-F12D-FF42B266544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A50D6-38A3-CD84-B459-FAA143366D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F6BA83-3D42-B6C4-6BAB-E5C675CE76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50EA4D-573E-102C-FAFD-2A49A1745E2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BB99DB-2D82-DB23-0486-ED870A3599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A7BBF9-134C-AE51-5FB3-67920124BBB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0FC440-296F-02C5-2AC8-79DA032A541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ADB36E-EB02-06CD-769E-06C5EB8CA61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BA74A6-9409-032A-42FA-3D6387552C4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A24887-E524-4957-EC66-AFD40DA662B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53485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955FD-376A-B423-CE21-7192BF10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87B3D5-23AA-9FFD-BDF7-F1303230AA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6 in lower left block.</a:t>
            </a:r>
          </a:p>
          <a:p>
            <a:r>
              <a:rPr lang="en-US" dirty="0"/>
              <a:t>In the upper right block, 6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C1BF54-EB36-348A-FC53-DF524E63F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BD77440-AD21-B8EA-70D6-1704FED83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1B7B15-F60C-3D00-487E-8FBD34421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94E252-967A-EE4E-E7C8-95176D3942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3A800C-7707-7EDD-0D93-A6F37A909FA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68F1AF-C250-7B08-59CE-C8D21E5564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3355CF-928B-D556-5BC4-71B5F03DE80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06024-DE17-7306-1F2A-77901F6BD21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4BAA0A-C3A0-36F4-6710-27057D0B08F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BD4F0-DE05-381A-3068-4CF4FACD9F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E85876-4DC2-36A5-6F6D-970BF4DE0FD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0EAB48-DD5E-1CD7-2A25-5019874651D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E619E-5680-43E3-75C5-CF8D9FB82B7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70350A-E7EC-5452-41A7-3AA05E013D9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175226-733E-D1F2-B64F-4094864CC1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E28E5F-9A33-9150-EA1A-B787361A9E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AF1DF7-E63F-EFE3-1592-988651618F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00089-E0A3-1F85-BAC3-F37193F2EB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A8DEDE-6683-506C-D17D-BE7A0B97700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9AE5CA-9742-0276-855F-4C5CC166C4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763FE2-111D-D020-457A-C7A896AB5D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B25395-678D-8403-6263-B7FCC538D95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621F4D-6FC7-ABC6-DA16-C8F64E19E6E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EECCA7-9965-AAB5-A6C9-867C74CEA7C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886834-C431-A594-0416-2C1796A842A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A1DAA5-F17B-0AD1-70A0-FA9566D2B59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CD300E-AB80-911B-8939-D27CADBA183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64910D-858D-DF3B-7A16-E3266A2F9E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B09EA1-F670-69A4-5675-F2F5229178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CAB18-C258-F60E-FB61-EECED9B0365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8C4B09-7419-7E74-3D6C-27EE10520B0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CD0F4B-A972-CFB8-8651-6B430FCE43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61D1A5-1D5F-4F7B-8508-4E86B1F9FB4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78421C-3508-4A8B-1B21-1D2B5C05E8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B6533C-A757-BC64-3E9B-4FE4B515DE0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9CB689-9C93-6DCA-8339-93EC82BEBF4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62B693-CCD1-08D6-1F0F-D526DD6A08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D56AA0-A293-04E2-8B7E-08E74AA2107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1C5D462-3AD2-D678-9C7C-3ED5085B9F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CA2C2B-AAEE-E4E1-C821-BE32F78FD9A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DA1431-C58E-7D2F-5B47-861A42145C1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CDC5A04-EA11-7366-897C-C376BC1FE87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51322A-2880-61F0-54F4-A6A4A61946E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F51B1F-389E-D9D7-15A1-4F511B1776D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D36108-E3A9-63F6-E200-5B714F8A0CA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72780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479CD-980C-D7A4-82EA-C58F0BD10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2B0B3A-BC69-D80D-44A6-34F40E9B52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5, [10 in 3] -&gt; [5 in 2, no 1] must be 23.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196CFE-A3E0-20D9-F278-4602AB1C1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4C80C3-2C68-11AA-989F-8867EAEF7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E4CE1C-2632-CBBE-DF69-185370AA76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CE467C-93E1-A09A-B156-E9674DDF8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307CAC-B15E-3473-02E4-726F14DE11B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EDF8F-18D1-0958-1EB8-2D712E6EFB9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9F082-9D6C-5475-9A2A-0933101621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3F754-8B34-D99F-5A40-BE847931849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83662C-D1CC-10B9-F671-60E20E1A654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8745A3-A2BC-4B3E-5BC7-ACA7C38759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BB0303-3173-8487-5E50-8A672DA748A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5C0A12-C41E-EFD7-AC8D-4EB8182D7E6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DA49A-DEC5-77D4-F42A-78C11CC3D2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97499B-25DE-3CF3-9BD3-A0F3B8AE81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8F34D9-99D0-39F5-0671-228415B01E6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C46AD5-B90D-F799-8D52-46D5222BBF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DEA163-DAFF-AE4C-6243-96F7689851B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F334F5-B85A-88C6-9D52-AB9DD47A1D0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2C6D92-B7C8-A051-4E42-6930AB757B2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1C0397-C5DD-37CA-4235-894342F2BDC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D3275A-66E3-2A76-E7D4-4052DF4407B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E802D0-AD62-0C91-587D-9D22F89850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55EC32-0A50-E581-B350-E3C2580A2C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0163F4-27A8-C0C9-6DB0-2173C94FA1B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C441A6-6394-8BDF-DB5B-67B2FBA53B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197ABE-4596-E4C4-BAF9-E4EA29D770E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7A29E4-3AC1-36CC-C6F9-43970B90359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A3A2AE-28CB-CABF-634C-320E2A772F2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1F1B39-3A5E-CA7F-1772-917FCA90C05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140090-9B62-9F46-AC3E-1482F1890E0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EB9187-ACF7-3B87-536F-0D796319FBF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A05B28-32CB-1894-F1D0-ED5BF7FCB2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1600B0-AA10-846C-C771-1EEB6309DFC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A22CE-5A20-91B8-1C0C-9A5BE778433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1EF5DD-FD91-B9DC-9EBD-1D9740C91B4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9AA345-1CAE-3A97-1665-839D26AE345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00090B-56A7-CC30-8AAC-8AA2FD3CBCD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738C0F-3288-0C3E-24B3-EA74300ADD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97C2CB-6CF6-278B-50C2-58400460588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903E3E-B4E7-430C-1B1B-0AF5B904468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AFFBC3-FC11-9A08-8A6D-7DBA8AA995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6552CC-2B75-9A8D-22B1-146935BD8B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AC5055-084C-4505-F4A1-76E98CBE26A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79E39F-5076-9D14-31B9-13FEE131FD8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6CAF54-7318-6CE6-A7E6-B89B37B2684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34C178-66B8-F03C-53CF-9F2FFB3C44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A5DDA-4A95-8980-254B-D23A0C9A8A5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2211043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17DC-158C-EFD5-81B5-907694C3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A982F4-87D0-FF6C-FCD6-394B221CDA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78402F-2FE1-8F15-834D-724480754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07CBAD-EB9E-6157-6457-C0767372B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A4A0F4-6B97-AB37-1C11-988AF6814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7BA107-CBE4-0132-59CE-E0F402AFF3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16C159-9757-F836-C0F1-347BC6B2A7B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DDEAB-82D5-702D-DD1F-10B3610B08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BC2E7-79C8-6639-3FEE-583460719DB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B8018E-0D03-0C2F-72AE-67A6D342ABF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725187-5EAC-8BAF-04F3-E3BB968C702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E0961E-D0D1-225C-7E7C-D17EDBB535B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56E311-1B88-E433-68ED-78EE210FF94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A0D1AA-892F-B197-5CA9-AB5827ADD02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D50814-C466-FEF8-7722-38EAA4129C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B741C8-2BEE-0DF4-F6CC-E2AF7541C66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2D92C3-9B4D-EF07-B28A-B8457D29E6E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1CE79E-06D5-1C7A-6198-0CC64AF8E59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3177A0-C7A9-20D7-E4F9-B052534C432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AF79CA-E48E-27E2-4EF4-42838966B9C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2660F2-5C3A-05DC-8973-313C9AFB8E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EF3597-5701-9456-A831-9E4412C0E3A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8D0E0D-F63E-0424-21B3-D33E40F5C52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755CB6-C1ED-2C8D-7B04-6CBDFD4993D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A015B2-E42A-1B6B-5821-52FF6796C31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9BEC4D-7009-689B-6441-8083870C9FB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849DE1-0E68-0480-43D8-869FFDD83EF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3B1B4A-18F8-41EC-531F-B52B07B644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D74071-4591-E69B-0C43-ACA2456C344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AAFFF8-BD62-6CE6-BC42-9E6A066ECF2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847DC0-C7D6-D9C4-9F57-61B4DADC539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0CBD1-4A2A-234F-A4F9-21957799A2A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650540-380D-79C8-C19D-D29DD28BB0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A836D2-0588-AA86-A623-1E1DF3609B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B5734A-25F2-8EBD-FFE7-32B08BD66CE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A85FFA-9F12-E062-E946-AC7D6E2A3DF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CDED5B-77BA-01AF-E6F8-575B51E22D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1502EB-8137-6774-8171-DD6178A45BE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8E482C-5B0C-26DB-ABCC-3B69877416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A0C5A8-CD2C-E06D-E681-BAEA2CFFE7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745DB3-31A5-B8AC-AF09-E904F3C764D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8C9486-1764-76AE-03DE-08B8E0D9F3F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D2168D-85B5-C62B-2183-A43A3C5AE1E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56F72B-FE60-0E48-B705-EC61E5A3529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9E453A-4359-BEF7-8376-C20F6EA4824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EF97F3-17B9-D3A4-F69B-A8AC0470A6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2E4519-CDC8-36CE-E778-468F11FA88D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A34A88-5231-B453-2FED-D9920276315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6CE345-BDA5-CA3C-A9E2-A4D1B39A82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87678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6B622-EFFA-DE62-8153-E4A92E6C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D6F745-31D3-970B-9C32-A3B85EDD38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8B753A-37A0-5FFF-116F-DB3A7E6F9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D4A259-06FC-E760-859B-28EDA9677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EA7130-23B6-AE54-C6DB-CCD75B5CA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EA117C-8ACB-2CBE-D11A-B56331E3D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5198AF-8736-39CE-6ABD-EF0C2028185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F50A46-EB22-3DE1-C10B-130AF65F537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5A3D4-E267-F69C-68AD-58EF2BCF81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FCB4D-48F6-3A67-5FD0-26B6B4A6F39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D22F7A-EE4B-730F-50A3-2F465266D36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084EE9-6F0F-EDAC-1F46-9373CBF543D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E5706C-23BB-4F03-576A-4F1299E14F9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0C8D96-F6F8-44F2-A5D5-FAFBA88D33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0FF458-F91B-74AA-3A3D-F5E92FFB339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4DF656-4120-BB79-845D-6C23093311D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1140B3-FE2A-913A-2487-CF240E318E0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75A354-F025-67AE-F124-C0D8F9D066D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A65270-12A4-41F8-7ADC-3109914AC09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80DF22-0FE8-0C39-537D-A65448B15B6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BB0004-0296-4351-3163-2F8930EABE1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094F1F-D8F1-C43D-0105-FC277A1AA9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9E847F-57A3-BB19-42B5-C34C3FF3EDE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FB79AD-C75A-2C85-5D1E-948487DD1EC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5D5D49-307B-44FD-CCAD-7CD7BA1942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26344C-7D04-2D84-6647-3BF01C55CBE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5A1EB0-7FF9-8BCB-A172-E0A3B779EEF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AF3E7C-CF21-C839-6B9C-1F5AF3E9D0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646DE0-ED52-FABC-F664-3A4823F711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CB0C3A-DBFA-0686-91A6-7790CC6B101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7A655B-6713-DFEA-C91C-990CC17EA7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379D7B-9CEF-A882-0665-B6708EB91E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9DFADC-D256-77DF-F8DD-8D7551D6A59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F7C4A5-55EA-2056-04EF-23CE6AE004A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927F67-BD85-FEED-6DE0-E201760F06B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769FA35-1BC7-984A-4638-9FF7C3E1249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4FA7A8-36A6-2940-0D67-EBD26A47308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52EB7C-4FC6-D240-3C7D-8CDF9A40AC6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FECCCE-F39E-0546-B036-AFFA55955E9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B719E-83C9-6435-4A22-B626A6A9F2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A4B4D8-2915-D63F-7163-005944034F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160B8A-ACD5-342A-D8BD-043B8FB048A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CCC5A0-3BD6-879E-A155-7A218712A1B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5B181-00E3-2A71-8923-E12A9136A4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6DCDB7-7130-CEBB-F164-CB97878754B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B6307E-8F42-4905-6878-B848EC6FD6E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82DEEF-7D8E-65B0-83F2-507F8B962B0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A6EDAFE-F6A7-B9A6-5FAA-41FA71BC3CD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405FE8A-E152-37CD-B83D-70D3CCA5AFE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664332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E9249-9E6F-A3B0-E47D-F953ACADE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957C1E-BEA2-9170-D056-6A491E849A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982420-DF72-CB40-C4F3-DF58CB8B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8D1BCB-AC11-471E-CC1B-AAB7B4F53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9E1521-D3D8-7425-F65C-F1093BA2C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FF36F2-D58E-8EA7-655D-FF8FD8F523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150395-AFE2-6A2A-9275-698257960EC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61632C-5DF6-1A98-E75F-A10760635F9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5A0F1-2B88-C9F8-448B-B6F1458838C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A0B3C9-B509-5FC4-DE63-A8BC7115DB1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5C6673-034C-0959-0B02-81CD03F7530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801437-41BD-BB56-8D25-6B78E1D473D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321E36-7549-ACA2-B5A0-65AA5FB004C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21E8F0-F4FB-6FD3-BB3B-83C3ABFDD46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6D9728-A974-3251-A71A-F83E59E447F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6AE299-CA88-CA1B-B3D8-A6BC5C411E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497E55-E733-D434-7055-7A905238409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E63E6-D2F2-EE26-9D39-0077F9DF694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85B82D-F128-6F14-4348-E3EB7B99309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17E634-0313-AA18-9256-E4101CE1802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13A0D6-B779-0EEE-D1B4-EC28A32AFCA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390240-C0CA-EE11-7AD3-245512548AA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9D9EB7-E6CB-07FD-8543-56659EEFBB7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D7D908-EC05-3EBD-B91D-E8A29EFA5CF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ED2106-D3B6-2F86-DD51-4602B40C41F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FA77EB-4ED2-8C9A-0B6A-436CC2364A2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865690-F89D-1D89-B711-D9C520884FA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A99CD9-42A6-003A-8ED6-9E5CFA910BF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B1063B-40E0-5AD9-4F54-BD5DCA6D2A1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B7B066-5559-957C-59A1-57B3EDA4941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BC466B-C4AE-A78B-65D9-D83D4EAC892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E33630-5604-B881-F5E8-F0EA39E11B1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C28986-B002-3767-C34B-27F95DF31CC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01F96D-CAB9-48B5-2D21-9632D4B9ED3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A5C9DE-7FC0-ED42-77C7-7A1DC6F0114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DEDF82-7EA7-76B2-DA4B-AC17AAC234E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9387C7-F7A6-61DE-0D87-834342A6FFC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ECC964-1BDB-2E6C-C9FE-BAE2DC00F9B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A071B1-84B9-387D-F48E-10FADA7F2EE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6527D7-2723-866D-8B4A-2A77407E97F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98EBF3-1E3C-891A-86DB-E77537530D8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CE2FEC-07DB-EC43-8939-3640B9881BD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830F76-1907-6707-5C96-57AE04D9553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97B54-EFA4-1093-37D5-AF8FBDA7045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7900C2-8CBD-4764-D09C-BAFBA1A4372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FCE7443-A9B9-E301-9629-B43054ABE45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3AAC9C-3866-2005-C9BB-CE233C9AB6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F4DA76E-3202-DC36-9455-0B8ECA9B0EB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99883F-DA73-2808-3062-20BAD9119E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27405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C162-0916-F0A0-B6AC-EFFCB131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9734DA-5785-EBE4-A9FD-4186FC5E4E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(In lower left block, 5 is in Row 9.)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D0853C-62BA-85AE-EE14-040BFADC2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F64CE6-CEEC-E499-36A4-3870C065E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362F01-7CA1-40F5-774B-433EBD8DD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B53080-C130-2743-95C2-04F67A9C92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631ED34-D4F6-9B10-B9E4-463B3B3C8BE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DE448-D679-1FB0-8C3A-11A7DDBAFD6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BBEAB4-1D9A-101A-6C49-2AAABD36FA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9A8300-5821-98F4-27F8-AD215ED569C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008B72-3821-400F-0CD9-1B435B726F2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18206A-FA06-D87B-1283-791AC89414E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664BBE-668E-2DC3-B1B9-8C5C744C178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A9D849-E03B-63E0-AEC2-CA751481A11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C5CC1F-618C-524D-DBAC-8147E8885BA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50D0A1-6EAC-481C-122F-FE19B3BAE3C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4715AD-88B8-836B-F0E6-F27E4EE1D1A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86A372-85E4-02A1-8F0B-541B658D2DD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B54A4E-E740-AEE9-73C3-32B8AAA1208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81DEAB-4041-23AF-50AA-5B62385A39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F2185E-509B-FC87-14C6-2D5CA51CEFF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D5EE28-8D0A-DBED-95C7-28B45F01F1A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13468A-D2C1-83D6-09CD-5DC75E94BF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DBC3C-9713-BBA7-31F9-B2C8A8AD1D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8E0928-FDBD-369A-E160-E20F23831C9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F4DD07-6C9A-D0C8-5B08-6AA4B8A0813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36A0CD-C33E-8FC3-F5C5-41A6D4CC5C1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69429C-4DDC-05D3-B2AD-BE121BF2C89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0D5E22-026D-5B5F-AC3D-22BB5A8485B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EC5CA0-3615-DB11-C12F-BB17699418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2F5E2C-58E2-2FD1-FC44-31C8ABD5C7A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89D8E2-A007-233F-C806-490E3F4F34A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597E8A-B5C2-4D14-8FEF-7233F2F9C13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F16348-F041-80AB-C4EE-D1A4ED71A6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0C5B2D2-0BD7-7443-F42A-8E371C8889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98E061-1A25-15F1-5B77-15C9CB86178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2CBC66-3255-FA02-56F1-21FA3A67D44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C5A133-FE8A-90BC-291E-3AE7C73927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41697C-2FD3-7687-0167-732DE49A1A9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9E063A-6C58-E8D9-460B-F58057B34EF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970900-DE65-2C90-8142-7CDDA0B3990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63E661-1F62-AB3C-6203-65DE3AD8A93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635515-B6C9-C0C2-872D-3C5127DA21A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5DA31D-248A-6F6B-2C79-27903A9BF78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7A66C-F63C-E62A-1735-368F260DBC0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976C43-C644-044B-3821-EE8160C7D94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907663-DCDC-EF82-0C57-B6661211FF9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C6AF3D-B8A0-DFF1-64E4-8CF2E65BB17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8228951-F972-AEB4-7C2D-5AA24800BD1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80890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4995C-69E5-1C55-047D-14D07F202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F3EB3C-D329-BE87-4345-F6878FB1FB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C70CA0-B403-13C6-AEAE-3DED1CD64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1996D3-F38E-5582-65DE-A7240FAC3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A1F83C-CC19-8E3D-3BFB-D04720B8A2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251AE4-74D1-73DC-E529-6C61F16637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BEBFF8C-0A13-69F1-8D0A-C09ED960447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526176-971B-ED29-3636-CA65DC5FB2D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82DB17-2203-E41A-B9D2-7104053509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BF1413-BE43-A16D-24F0-99A89A2A59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53B12F-D1FE-6A9F-35F8-9D86844AD8F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2FB64A-85A1-86F2-8FC7-B363066B0B1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58D54-984F-6332-306D-D281952FB0E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CAEBD4-8753-EE79-AC99-DF39E965D3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2CEF64-E8F6-A400-0E80-F592BB258D6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6BEA0-2E86-3D00-704E-43716D98846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AECEC8-24C0-0DCF-22CE-FFCDBEB918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CAE9F4-687D-C964-EAB2-9D423B4541E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F066CC-CE7B-51E2-C793-697001E952F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5659F4-1232-9300-F40B-A9CAF608573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3A2632-05C5-38EB-86E2-95E77E29B2B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D31B30-CAB4-1BD6-F05E-A574044172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A991F7-4DB0-6A79-C166-85584E77FB7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EFBC54-6A71-D8FA-B45D-54AA03F6480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B5BB6C-5308-9707-76AA-9D6D8C19290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AEBC45-1616-3C7B-FD7B-75E255EAEB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A42731-7998-8069-CED1-28C76153669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012C12-0EAB-46E0-197B-DD7C3168B6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21AC3F-3965-A255-0F44-866B822290E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6266B5-09AB-1077-C5AB-15570D7AEE8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21AD24-CE72-93C8-646F-8223AAF491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E584C4-7BB0-AF95-7A98-5EE3B1E6665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8EB1D7-75A5-A950-2226-B6229D0017A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02B980-6D00-6B45-F65C-AB4CBC4B60C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053297-2FD1-6560-C24C-BB98231C42F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B41167-C2BD-2E8B-F433-F9A608D6B58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4FB5A1-4A8F-02C4-4576-4CD97DA1BF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E04949-F09A-7E65-4959-49EB90003AB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AE0432-AD1F-5EFA-B0FB-BE64F58B565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BDDEC7-4CCB-2BED-BA10-8C30F26BE4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6ABBBC-FE4C-A11B-8D9E-A7C38EBF783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2D238D-BF87-F2AA-FBBF-DA1BE075656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9CC04C-9B9F-A3B1-31F6-0699EDC5162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9E16F7-0BA6-EE4D-0FB1-1D52D6D30C6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8FD612-1F78-83F4-EA89-3285490FAD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53D868-B68A-65B8-C94F-D0CC00AF46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D78BF50-615B-9D1E-0224-4D15ED88B80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7126A2-E293-5006-1AFB-EF6B84EB3FF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531609-0422-AB2D-7B5F-BBCE2EF8EE3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45241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C3615-FC78-F52B-3149-0CDD1EB65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BB8D5B-6CD2-2DC1-A336-35D367F2F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56C81D-08D9-B9B5-8CC7-3B4785BF6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297108-AEB3-BF91-7D30-B72AB4822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378CBA-A778-7B2F-A901-59A2748F7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36DAB1-8DE5-C707-CD77-ACF4BF98A2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6C3540-706B-174C-F40C-D1C53B6D4FC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F97A4D-12E9-D911-DB47-79C7B2A2318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F2139B-14DF-F995-C4B6-743F207FAC4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E1BF9A-CCE9-0CBF-6293-C880613BF11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64A66A-F110-51AA-0D1A-0BA9CB9E0ED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FA2EDE-987E-0E09-5AA5-A050EC57E40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E9F81A-F193-260A-8E6C-808B172DE62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54FD6-B3B8-120F-668D-9010C76310A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17C0AE-8DDF-773B-9435-077FEBBE2EF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02F8B7-A979-BDAB-59B7-14B8AEBCA4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BF4009-758C-A444-3693-34F13E9A32B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D4FB83-C0E9-EE02-D413-380CFF42A9B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89445-8E13-B946-25CC-998D8E1697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9E4DE9-EF3B-95DD-D430-5B5DAD55543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8E3DE5-49A8-BA31-300B-C5E92934276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D5FC2D-B968-2098-C2E2-F6C0342E176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6FA8DA-A4E5-FA2D-5E25-7D87717106F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8C92AA-5EA9-EDC2-0C76-87513432895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557121-AC46-25CF-DBE6-FEF0C980FD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664980-0A9D-7FEE-592F-D89E805504D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B3B8B9-41FD-31BE-BE30-5FC80ACBC7B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991170-DD81-BA4A-DE88-D7A9B8DA16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AB4539-4421-7CA1-358E-E1F4F2486F7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805023-1EAC-F2B6-E0BC-9ECBA8C0F0A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46B297-B152-8073-E37F-5C9916871C4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DBC754-AAAB-3B9D-94BD-D47A814C0D2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550426-84AD-7E4C-4D4D-E8881ECC9B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7C4D86-CE37-5CDF-7853-3BB73B35C1D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2DAA31-BB0F-1C55-BC1B-5A58B912DB9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C1E580-204D-558B-0AD4-1C7DDE3E57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20D21B-BA6E-C8A3-68BB-B24DE0A83FA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570F270-4316-ADB7-C550-98DA1D51A2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584A76-5C41-0762-E958-8849E77172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6A42FE-48C0-358A-CD12-984D6945121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1C82E1-9D4E-467E-F224-2210B798A86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59D8C5-372D-FEB5-15AB-E3A38A8B908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6C434B-2906-332E-FA5B-B4BEB8F8072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B2E279-D50E-A07B-FF08-8AE4FEB920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8C93EE-4712-2BE5-E801-27003C0A1CF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5BB889-7379-F650-99C4-6E1E650E0B1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2C6BA8-AA3E-A882-181D-4326A805E73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96716-CD8A-1C81-38CA-F4CF85743B4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F4F5F5-F6D4-197D-57AB-CCA5DB90ABB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941775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B33E2-8048-DE71-3CD8-C72C48F33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DB79A9-F2C1-0EEF-AADD-AE400C4307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D069E4-CCA6-F0A6-6604-05A8AD4A5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E93FC5-473D-F68A-B406-566979B99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359BF3-E369-918F-E1D1-B2C5E2596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BB514B-90D7-78F6-C299-2B142402D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426BD-9291-D8A0-ECA6-9CFB8F2E41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120173-51BF-AFA3-2788-6F333496A93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D79872-3650-F93D-AFB1-09A20D41007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ABB7F7-FC1D-0D2B-E6DD-B424B9506B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35F79D-D3CF-1823-5051-0D3DBD66F15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6E8CB9-1214-64B3-DB8A-91073A71935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F27F84-C02A-2B30-2647-CDBCC69AD7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6929D9-1ABB-B3EB-CFB0-A4971DA27E0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957250-BC5B-7F71-305E-60E2E53E660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56C14E-C799-569D-0C0B-B8F7C9F5F5D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3262FA-0807-0E55-18C2-4DE2C3AD5F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B1A92D-B7F6-5B5F-D257-FE0A8A05758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38F716-6FA5-1568-4FCE-3AD9CE91940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5BD063-AA37-9C10-034F-05FAFB1BBA9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A88493-CB80-4B77-B7C6-92A5ADA1580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D5EBBE-2836-D07C-5AC7-29A00670E77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EAF8C2-8EB0-9C5A-B828-392BC612CE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B88AB3-55BD-B47E-4A3B-4092C9A108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C76898-258D-0AAF-BA07-0E5B8C71E52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856811-9664-5A30-29E4-9B31F65333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081F1C-D6B3-7E26-7C7C-3C08C98301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80E2A24-B913-2A1F-915A-CC18CDA7C9E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05D98B-D04F-C826-BF46-A3F810A780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277BAA-467F-84C6-4481-0CD8AEA3955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BC2C77-BB9B-EC5C-D9A9-91341C18A0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4D5EA8F-56A9-3252-E8AA-18F62CC81DA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C35568-3830-3D56-4E08-FD14236DFAB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95608F-9551-8348-440A-3C4C4F04B7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B7ED92-34FD-22C7-BA3A-5A0E340526F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B4A1DB-1D99-ED1F-1C3A-5890469424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D3DCB0-04EC-CA29-DFD3-77173E38971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EEFE16-0CC0-BAF2-0C1F-BB28BCC6EE6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29CCB1-6A2F-50BA-769E-C26A9285D0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A5F6C6-F31C-4145-B3B4-808FCE18A22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320F2F-5701-2C31-4A25-9396C307739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4D8E8B-B523-FC48-7549-ABB08688C93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BD8911-1B6F-B823-50B6-94163A4230C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5A0834-703C-2FBE-F0E8-C2DA0E382EB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BE7375-7F7D-2DB4-B555-57DAF13ED5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ED2040-F30D-09FB-73F7-BDF4C6FC404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635593-D95C-CC5B-2C40-3F4F2DE6E23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4AFFF4-C274-A227-4552-102E2FF8783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FA532-8466-FE61-548E-D8DCB3AFADC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F05E6-5F11-E9F8-A122-8F3B4C488D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5E3C71-C153-6C63-30FC-D44061A6C0B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6076580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6376-7139-C9FD-7436-1F852C9C6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2480F-4715-B4CC-1709-907D9BDF1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(Complete Row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07C1ED-48B9-8698-E510-DBF9EFDA7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E73B1F-454E-EA34-5BE9-868F4D8B15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710EB9-11B3-2BB5-E2DB-9E4639043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C44C1A-AD73-9B2F-18E5-794CA5DDD9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109038D-C01E-E828-A13B-BAE7B8EB78C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090915-DBE3-A2A8-F511-D6721FFED38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BDD0EE-5987-001F-11B1-6C32E8D0B92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EB4075-F021-D2C9-D999-26E79910D48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B3E268-1D68-DDC4-2EF0-B1D1555395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5E32B9-A562-B12A-92A2-7A815269A8D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F604EA-F628-20B0-99DD-460EAB2C025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1F6860-7DCE-6706-9009-24A088A7574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A0D2A4-DCFD-6244-5754-EF5798A274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2352D1-4115-188D-EF5F-4AC0953A8D3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9B9244-475E-707F-318B-8D8373A268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A211FB-0BF3-E6A9-4C02-0A9193A6E47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06FF21-E767-CE7B-E9F4-366F6272438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B3F697-2941-FA22-EDBB-088B148F041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7F1478-E1B9-4AA1-DDA6-8F43270FB58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D2D705-1D8C-EB3B-321D-3E72AAB1EC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7EEC9AD-C1C9-1121-963F-1E5CE60C8B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8E1ACC-AEB7-3CCF-D792-573C74DAB72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AC622E-6C8D-89C2-5DDD-EFEF585DBD1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DA41AB-70EB-A2E1-CCE6-8C73B68A909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5BCB9B-9AFB-ACF7-EA30-D314E7F52BE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CFFD49-EC07-F6F1-4317-285D82CC75A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D2690C-3167-99C4-2A26-292B50E562B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67FB46-33C3-F537-7304-A348D0421A5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D4AF8C-5704-CE0F-F83F-464603E0B68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A2078A-0806-A26B-01A7-3F6F7BF7083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C7631A-4B7F-E150-BDAD-E8F679287D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CEF3A1-E0E3-877C-471D-6876018A3EE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EED248-329C-9831-3523-D41ECC451DB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E1B200-6052-C7CD-1577-2E36FC1D0FC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48704F-F5CC-4AA4-CEE8-27961D2DCCD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A90118-704E-A286-D8A4-DC9D467CC9D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0A5E87-F0C8-DEC2-1A12-DDEE3C6F0FF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65F2B5-B70A-9AF1-4483-AF92047480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7F945A-4293-423F-A1CC-2BFC331429D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29876C-F704-4108-37F9-2DEB02E6767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5261E5-2441-32EA-E918-462EA20F00E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F0FC8-662C-9402-574C-F8950F093C3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DFFCEC-4285-E82B-17C6-A2FD84FF8CC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E16531-B455-E773-DB9B-98CEE1EDA6A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3CB49E-8695-5EAF-208E-F8A1C2F3D85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0918E0-B75D-C541-02EF-F75FA3B5793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D5D71-FE19-1B58-9F71-D15860BBB6F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0D3D2-2DCA-6AAD-0583-B403BEABCD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AE9A6B-8CE3-B98F-45DA-523D946A0B5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D940-8A65-FDCB-8AA2-D951B548A3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0A2DE9-BEC8-00DB-2756-05F5F4B8EC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260426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54E9-69B3-6BED-E350-4EC6F217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D5E8F2-0A63-4BDC-3221-F508F00484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[18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57EA33-AE91-63B7-7154-C3508F3C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715366-4C90-E8DB-00CA-FEB8960B5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5A3A45-5FE4-4026-4FB6-D1EF52EBFE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AE0D23-1169-B9C5-10B2-0E603A177F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7FA8A08-8D9A-59FE-898F-F05E0F3C9E4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4A68FD-2F84-06FD-92DE-2E9598C8B1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80D61B-9B06-C926-A305-E18D23DC377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E592AD-547B-454F-4CDF-0D68EAA7FAE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899925-81EE-1072-9CD3-EED8C5A803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571FE-A465-C12F-111D-C42CF256AB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A9B21D-5C0E-6E46-2D10-D007760B68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8D80D4-C3A8-14A1-13A0-18F3373330D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FAE5AB-A831-B13E-D4B4-437F73943D6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D5722C-3EE4-B376-6E91-069FC4D336C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4C1349-76D7-0C7F-2C8C-DCFD0348B6D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A9DD21-2B4F-6C19-4D9F-3F094BFD4D6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241539-296A-7C2A-C862-2B270A86841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D4C92E-D621-2237-FAF4-B7931FFA086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6C3FEA-3A8C-3EE7-9905-8C946B48611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B895E2-0397-9E33-E292-1A1AB06B96C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39BCDF-AA84-2427-7F8C-05392A0B27E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3E7B40-019C-8897-F423-850380EBCC6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8252E7-D76D-915F-C89D-07555733647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C5164A-4063-1A46-C594-79D40D8C63C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EF8D534-7C2D-7222-55F9-82E5A5BAF3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65AE3C-DC19-3965-88A6-8C3A1763ECB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229D6B-D7A8-7C82-53D6-4515A044B99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AE222C-E06D-FB7D-1CFE-5EE95268C27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2C0799-7BA5-1584-FA34-54506B8F3B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29C95A-0815-A78C-8237-B2C8A6C6E87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1A0BEC-35FA-BF89-89E9-FDCC95F9DD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958232-A0EC-DCA4-B294-90D45C7072E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4C7156-F3F6-472C-6F4B-3E7F07E783D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B7E339-0F20-CA63-470E-E12E9F75860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F6C8E0-4DD7-D3CE-8641-C5F482B251D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FAAB1F-8017-2CD6-5F96-4F77209C4E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1FFD03-0A60-7C57-0E65-EC93C0355FA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01ECD0-A535-C85E-86D9-22B643011B2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17F292-5A6E-ABFB-4B22-F03342D1025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5F8617-2099-E9A3-8250-D1193393962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DF352A-3108-F778-561C-F84C8364BFE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112CEB-3E45-32AC-8EFF-1DB0DCF1C0C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8064B0-D3B8-BB7B-6C95-33EE3470F6C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8097F6-5EF0-8704-97C1-DA2FE6EA739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6F37C0-2C12-FCB9-7569-C3E55A5D78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A034A-54BE-BD6A-C464-C24C6861319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24D5A4-1D3B-E56F-8E89-1A0BE023DDA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BD0924-61A0-CB77-9C43-26DA0D42F0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C81143-E94F-429B-D28F-B17FC1AFA74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085A48-C7DF-45A7-8718-B729715613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4D40F14-E12B-5EBE-28FB-8E953597F83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A9FFD-3C6D-0DAE-E85D-9F091090225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9F01BF-21DB-DD5B-9794-D7C13E89B3C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1DAE4C-4BC9-44C2-6E42-9221170593B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</p:spTree>
    <p:extLst>
      <p:ext uri="{BB962C8B-B14F-4D97-AF65-F5344CB8AC3E}">
        <p14:creationId xmlns:p14="http://schemas.microsoft.com/office/powerpoint/2010/main" val="1707196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FC837-4105-5CF0-B0B2-8E1E5FCC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4E9707-8D3E-EAF1-DEBF-B2F82229F1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[9 in 3, no 1] is 234, which fits in only one way.</a:t>
            </a:r>
          </a:p>
          <a:p>
            <a:r>
              <a:rPr lang="en-US" dirty="0"/>
              <a:t>[20 in 3, no 9] is 578. The 5 fits in only one place.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857E63-4B57-5519-DAB5-21E03D857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F429778-153B-B328-87D5-D2D1BF0463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5D83A4-4DE0-4122-C6F0-E28F381A8A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86D7FE-A4D4-1E30-7E16-530A0EF1B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608877-D670-42A3-E560-54687E8C399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AFAEF-B717-C941-2B8A-F708D3C1955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A77EE5-28C5-A744-F914-E48E6A925C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7E07D-FE59-2C8E-B4A9-3E5C2C214B3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98E9D0-9F13-6636-0599-C329DD6366F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818096-B856-88CD-502D-74EC882B724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E0ED86-D317-F3A9-524C-4D55A0E73FA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496471-427B-15F7-018A-023B7618A1B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BB2DD8-B8B3-BB7E-2EB2-0E9326DBD7C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6EF691-50B7-D650-6A21-4896E5AEAD2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267693-9242-2E21-2A83-6FCA68A620B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A9544F-E088-6C53-5DB2-C0106D013BB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473073-D778-9FCC-3DD5-29CDC398449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484757-BEC4-B360-DBE4-A666478A96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814CBF-9808-9CA2-5C79-802A8F437C2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5F9ECB-1AEB-D0E1-188C-EB19C2781B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F58D6A-677E-1CA4-DBED-721943E0E6E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F0B5D0-3D33-AA5A-B5DD-6B885C4BCB3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8FDF3F-9617-A913-F3CC-068FDC3BE61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874BA5-74C9-1F80-62AB-FCFB2820DA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C9D967-832C-5695-9AD3-DCF44747629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D2272B-9715-22DD-378C-74D5D5DA079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27A11D-5E30-6A2C-3846-52EBC31BFD5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810C51-084B-E96B-CBF3-5B362390ECC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727EEB-50DE-44CE-7F25-1231B33041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312FE9-B6C7-0F4B-2C5F-96819FDF7B7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AAC29D-E3B1-C158-C588-0BBA7934E88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FAE5D8-951E-5090-384D-B3BF15FBFB6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E11835-5AE1-9C66-E7E9-E9381A49B4D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44D172-1FA3-F8ED-6817-C287C0D927C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5FFD23-1593-C519-4744-EBD712B446F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91C425-9736-59F0-76D3-D0B3411C233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599BAB-AF2C-547F-6848-3BE24F84D0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5788AA6-B0F8-18C9-EF85-89EF535B9CC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C6AEAB-232C-AD01-D2D6-CF4E4635A1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C093F0-4ADD-1669-0E8E-AF41B69C15D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FC2BE2-41F1-F11F-B799-1FC8FE5981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7AAB6C-9AD7-E453-C164-2E68AF2DE9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08E5D18-33D7-891C-4CEB-137592E26D6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BC35C82-4C4F-4199-972E-D3C2A087FC7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62F8A9-79C7-304B-C7DB-EA149CF0187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9FA04-5689-11DA-DE28-066212B4ECD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396041-BB41-6DC2-F703-97D9A0E8AF1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D348E7-B9D8-F472-40E3-6E6872E448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C4634B-11EC-8E40-36F9-2891DAEEB20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F5561-D322-761A-823B-22CB65FC654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D089B1-8323-DDDF-5A29-497401F5C72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C3DA-E05B-20FD-3830-DF87C0819C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DDA66E-CAF0-F8A2-128A-FCD8A420DE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1DCD65-68A2-DD6D-2CAB-918E558626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E3BF0C-FD4B-C69A-84FF-95FFAA72669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7FA89-EA43-CA18-BB7C-4A8F3A8D16B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7EBEDB-CADE-F897-2A46-08ABD4CF272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ABBFB7-EAD7-9B98-B7C4-DC373487BD2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F1E2D37-6584-CA69-21B2-3F14E531760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74439D-AB2D-BB61-00B2-EB71A890DB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207773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90E47-A390-17DE-DF72-C0E532EFF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95EF34-AF86-F126-80C4-6415994208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1D45A8-AA2A-0BD9-4603-95E109D9F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F85050-2F49-A4EA-A8E7-EE938154C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D60C8F-1B31-8714-F9FD-526BE271D7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1700AB-087A-701A-DEF1-E8FBA0F2F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B4FFD2E-5873-3401-374D-28FB874205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8CDFDB-3A71-8726-EAEC-E61311FA19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EB4E8A-6B00-16AC-F30C-A0A50A748EE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88E91-31CB-E2A1-D093-FEBC9C94245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E9E934-2606-9131-F807-3AC3508F48B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9931F4-B0A7-37E4-4E4A-3D2BBF45AD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ECE807-733A-1B4A-186D-EB9F09A453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5371F5-82F0-D3BF-728A-35AFDA3BBE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7E4C4-0688-F472-866C-2CD40CD4265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1800C4-B135-4B32-7D54-C3A0E33F555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8366C1-9258-9CE2-6924-E32740002F4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CD6E10-F49D-0724-C8A6-3B4A15F696A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81BCBE-C916-F131-3D0D-F3AFB994033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300C1F-5C90-3201-DAC0-EBF9A75A6CB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43C3CC-3481-AE89-45FF-C3054E24556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57F7E2-2D3E-BAAC-8B21-3615D7C4C41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CCFD6C5-543F-5384-F4AC-CF6276C01F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8E86C8-0DAE-09E5-30A1-D8E3B5B5F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5232727-8242-E10E-8A75-785261A4BD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A3ECCA-BDE5-A0BD-D81D-8F0329FF361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5324D6-068D-F0AC-5F60-F5A4176D57E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36961F-02E7-93D2-20BD-D5F4EA98DC2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66176C-34B4-B5F2-2281-AA41382B28C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12FD24-6464-727F-CE89-A5978EA9AD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9F99F-CEE0-4AFB-D5E4-318378B0367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A32901-6AAE-FBD3-D7CA-750D14AF1E0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600D33-5664-37A4-AAAC-92D9F11005B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D3028C-F98B-7B21-A1DC-923DE5AE14F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AA9858-F769-FB37-AB08-DDBA07A63B6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58589E-BE2E-693A-B2C4-0815AE7D38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04BEDE-8C38-538F-4910-2A631F80F5F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0E9ABA-24B0-6C8F-1B7D-E822D8FA64E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5DF6C0-79D9-8FA4-1189-6CB8C376D35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A99BC2-26B0-71F1-E6B7-FE2EF64094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9515DA-FB86-B56B-3425-8473D53AC6F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137744-6AA7-558E-353B-448BEDC1465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9AFF67-5FAC-E5BE-03FA-0D266D0287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A904258-65F3-BC82-9AFE-F8ADCE51A6B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C1EA1E-05E2-DC2B-EBCD-2B97393E197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2DB7A7-6F87-1C01-7AB7-342AA98F4E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DB24C9-1BC7-D88D-7D37-3F551D0F9B5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92A91F-5615-7883-739F-A30DA5D5C58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B0B80F-C51D-9A55-B06A-0AFE1234E6C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721E57-88C3-C6CB-1027-DEA5DE8AEF2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9C7B7C-FEBF-5DD0-FF6B-ED96E04142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B22B2-549D-4A9A-C2BE-48DBE270FFB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57C1AE-5BEB-E0B8-9C2E-BAAB2F714AB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C49870-D55F-ACF9-9EC9-3A658D0EBDF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04C3C3-DCA2-0C75-309E-63BC6359DD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CFF81A2-FE20-3457-6508-7A7C2F5A460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D2F467-4FD3-1248-C0A0-4CB89CB6AF0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65AE7-6573-545D-43B7-33BDCA230E3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0BA3D7-FA12-5731-CF47-93516381AA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DAF004-E2C1-ED1C-2190-ACA5C56D6A4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A5660A-A3DF-B6E3-5112-855552AE65D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57F22A-96BC-38B7-00B2-ADFE44AEF57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956537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84153-AA44-E7E0-DF9D-88BFBB11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96E75C-D5C2-053D-2034-DD540DFA4A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[23 in 3] is 689.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B2CCBBA-C512-C091-2217-38C1A8672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5417366-9DBF-3983-A8C1-7C3E9F19F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10D8C0-C808-86A1-0609-ED7FFB1BE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1B5B36-F6CB-925F-B2FE-3C9C9F00D8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C021A24-E44E-DD47-A4D8-C544C0048E2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70383E-121D-BF96-2DBB-C0669656B4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526E7-7158-14D4-3BBF-05B2B4AE144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759CD8-1F3A-59AA-ADBA-37B4EB1767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1CBAAE-9970-CB06-84AD-CE78B6D879F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16560F-37E0-4042-5FAE-F1925E3E3C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359817-81B3-63B3-6CF2-4A14AF6FAC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4324CA-E348-3730-DB61-CA52C8430DB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40B1DE-991F-750C-F3DA-2FE45000083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B647D4-0172-BA04-B9D7-4D3427D2F26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1C1EB-B21C-777E-B1B7-3C5743FD0C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48FDEC-AE84-DC53-F7D1-A898204242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3F0701-122C-82C9-D578-1A0DDF67F61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EF34D2-EB2D-42A4-2DB2-D51F49362AA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E0FE54-A90A-B8CE-19D6-894C7DA418A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03BE03-0F19-2FF3-4D13-FA772555F9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2C408-AC1C-B8B2-6BE0-8DDCC25A54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9D6296-ACDA-FE7F-90B7-9E6CF596E44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3D5F99-9B61-FF2E-921D-67381A140C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A04B69-1120-C2D1-0836-25552161C4B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CD2658-C62D-0613-058D-DB7C5B851C3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FDA881-DAAD-5173-A21D-BDA3AE8F5E8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3EAC40-F4A4-E363-8905-10C79E6853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E000E0-46F9-B1AA-6515-CC2AFA119FF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22C02A-36C1-6FBE-9B72-16275AA15F0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5E2862-677E-630A-9684-08674BA28E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B731CD-E5B5-2A56-E3FB-F6E6E3E0C1B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EE83B7-94AD-0E22-AEDE-0B9304527A8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826DDC-D9E7-D30F-111B-A9FB204ECF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4D9D7-21C9-E2D5-1B44-9D0D94916A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3420DD-6907-D822-1F7E-DE86F523EE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BF170C-74AD-EBF7-73C9-485150552B8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0E7CA-42D3-AD5D-C9B8-98CD2D574F9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090716-FAF3-2115-BA44-90BB2935A5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59E215-6EB9-958D-F7C7-2883B36651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ACAB72-AFF0-F4E8-C719-839B4F4DD3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7C9D92-1B3C-BBC5-EE9F-138E086F204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20EDCA-AFD6-5D4E-F621-B0778B93112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4BEA7B-0BB2-2831-7AB6-C84FBE40947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BF8352-F150-0DDC-5107-1C2086C3A9E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F3C04B-FA2F-D51A-C989-91353AB8BF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F9EDC-1EE3-E35F-8602-A947ECA632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37DF24-3181-557C-2A65-44560A7F4F0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33AA56-7025-3A24-0EFF-AF9E02E6B5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FC15C9-94A7-1622-3234-F43AF65DEE2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F899D-C57D-4DA9-B244-CB5BC5E66DF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E8BF2D-5DD9-3203-A036-5323763BA43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6C79B4-156C-C6F1-D9D0-BF61AA1D209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C6D884-2816-D67A-35F4-0BBE9349E8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FF65351-F184-BF6C-8168-24F9DC3D9B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DF3F53-E27B-2CC5-6013-4B3CD2A25BA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B24EA6-9F0A-89C9-BCD3-664ECFA0779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884F04-D6DB-B8EC-A547-7BBCBD462C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EC9DD3-8F7F-ACE3-6FEC-CFB0D8BEC25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2765AC-7831-B092-1734-565ECAD1D9B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20A810-F0D2-4DB5-B66F-91C6DC6C8F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2A44C6-3422-90D2-4982-8F36573A4E2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18D080-0003-3E48-EDE0-F490B84511E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090C1A4-15C3-373C-C0DC-C7606A1C14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13941960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31B0D-289F-4B9A-2B0A-1E5F0DBF6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69C91-7FCC-46A3-A7D2-902CDA46B4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4C37BE-6179-8C5A-6B43-1712A4B46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E44DB4-F980-0226-DDA8-BB88CC3E0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27EFE6-E74D-DA7E-BF77-5200EF2F4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E4059E-4868-5DE5-A1AD-2EC1CB2452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97146F-3017-3A4E-DBD6-4E87A6B498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CA6DF7-56EB-99F8-D6ED-DE94A3AB181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D79EA1-8C13-BC20-A548-A7E2D90A606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FA735F-BE84-8171-2E9D-08EA70A69D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F96024-E02E-E382-D8F8-FB46A698C8F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AACF91-9394-2EBC-B69B-0D8990D3A3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4AED4A-5BA9-D3B3-3FFC-2092B12E2DA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6D1C6D-6F43-50B3-DB5F-1DD4C7FEB1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915F01-FEF4-4D20-CC68-D0A77DA2995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26E40F-D98A-3AF7-C7F5-096712C4357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A614B-6FF4-0E5E-1075-A6DAAF57099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22D9CB-19C7-2196-E5A4-47460C7851C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B1C1D-4011-39F6-3658-755D3C94007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B49664-329C-2D07-F189-1C9619CB44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3535CB-6BD8-43C9-18CE-B3749E806B2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F5CEEE-0EA0-B528-50C7-13849B37E3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6BCDA9-63F1-C1B3-4897-2FB8959493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292010-F3A9-BCD1-4459-15EDDEBC0D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81B21B-10EC-8334-F6EE-423A0F770C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5AC99B-233E-C213-5A0E-4D823638CE9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2FBF8F-CF38-CAF8-A2BE-70CBED4E277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91488D-0330-A658-C6E5-500E7037CC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446F0E-C5CD-5A98-2859-D7C2BB7F45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15F231-E349-3716-FEA6-20B1B22BB67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18946F-5637-259F-E242-666B1D1984B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56B0F3-C6F1-FD72-666D-F9DB382CD9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C5454B1-DCAB-9BE1-D640-9557654C79E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663FF3-0B30-D4B8-EE64-9FBBCCECFE2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F0650-AE68-B629-EB5D-8D1221545F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923B02-955C-934B-8FFC-23AAD25EDFD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222C78-6E7A-6E15-BDA8-3668A98460E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8ECE6E-0D25-889E-DD5F-8A82F4B641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B7AB90-5D1F-3159-11F4-D160D55F8C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F4EE4D-3654-B40C-6FEB-EE2EA1BE4B9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69E9D8-4D28-C54E-9B16-D74967F2B6E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987169-44A6-E3DD-D7A8-4ACF41EFED5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8206CF-DD09-2A4A-44C7-BBC1C1C341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A03F65-2DEB-1104-29EC-8ABA81264DB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5BE2D0-49EE-F61B-2DF6-FB30AD7D0E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28EEDE-5B5E-2681-7C4A-4E72424F2E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9945D1-2691-C981-119C-7546EE6B1BC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7368CA-758E-B6AB-E0E5-1D4179D2EA1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954DF-DA9B-B232-8E61-5BF73F5DB1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09E68C-8682-B8B5-0B08-228DFC8E1F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434B44-3378-23DD-737C-673618EB66F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73DC56-E6A5-64A6-6EB9-FB6C6B7B09D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14C033-218F-9B9F-FE0D-A1C903B041D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67DD64A-4496-ADB8-5DC9-05BE564C476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FB83AC-17EE-5D54-699D-0D21294323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660885-6C57-F071-56E2-1DA5471DF66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DD74AB-9147-1A5A-3D0C-5810FBEF3F1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612C2F-31CE-78DA-165A-5E4CA9CDEE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DB4E0EC-317F-23C1-8579-8E4839FDE32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7C59B9-C804-82B6-AB04-71CDEFAD9B7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77F488-415B-D795-4AEF-8C317A20DA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17282BC-6628-13EA-069F-48DA20DE8AD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DDD471-DA0F-18C1-5C62-6E17C5A3507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1E72EDB-C717-009B-53E1-921FCF2603A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7FE0B39-BF39-12D9-B1CB-6F1EBB132B6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496841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83C2E-F78C-D904-E428-03064DCE5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0ED421-C5F8-CB9E-DB76-ACB3CD154F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40497C-084B-B4D7-AABE-C67C9F41B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3F9B1A-5956-4D0A-F364-8D84A3F33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FE54F1-547F-E8D7-2B4E-D9E6357430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63AFD4D-0F16-848E-1F92-A0DD70145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50FFA5-7C75-21F5-4D13-6B9A76C90D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28407B-0675-492D-4E69-44CFA053442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EA1C9E-8D08-AC1C-95DC-EE26657902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4EC443-A1A0-E7CD-EE3F-60D8EEC81E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0B380-ACF1-C2C8-8BFF-F86C523EA6B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8950C-CA50-1575-7AF3-38165593A0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DFDDFD-F69F-D3F8-42FD-6654E60FE82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20D7D-A815-B960-336B-4E2717C007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488910-B6D7-1044-ADE6-9841FBACFEB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BAF02-5DB9-274C-F3A0-05F99F5F27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4691B-D266-1532-2E31-D90F1BDA56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76ED5-012C-02D6-F76C-650B89AEE63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D94F7C-EE85-FF79-FC28-B58CC5B1A59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88CE13-9C12-D1F9-DA98-227F6414657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FF5C4D-727E-6F10-E6A0-19A13ADEF56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FAED5D-0EE3-1753-5022-22F572C9547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19713F-317E-A8E0-58B8-D41D71C191F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512DD2-C5FE-91A5-E267-7ABB30F2368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32CA26-67DC-DF01-F2CB-6641C8D369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98FE06-5942-F220-8AD6-A01960E1A13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5313A1-A719-862B-74AE-E529F6B46A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30EC1A-7A21-65EC-AF51-403407EC0F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D27389-8808-6A9A-D40A-BFFB1DE4525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8B20B-733A-7791-35CF-E358BA2607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7F67AC-E27E-C5D2-211A-D8C3522E718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AC7879-82A3-35C5-01A1-F72A5A2F44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8667E23-6BE1-3758-B294-91B118E75E7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3925E4-D71C-8B89-D23E-937C77CD25B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024C74-C48B-2B6F-4D20-D6F2D30CB8F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2C263A-EE6C-7CC0-9599-43B3334030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92F8F4-6395-833F-6C87-69FAAE58966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80E8BA-9963-7E69-1740-732B341791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E6B045-9D78-23BA-B26C-678819DBFE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14C536-6713-1EF3-F537-9314F8DDB89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C3F6DD-590B-05E3-927B-A16D2D9BB0F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5ECBBD-B310-BAA6-DD2A-52A7395A39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18805A-0663-4ADF-7044-2E76B5E92E6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368A53-A70D-D72B-FFCC-6128CE8DCBE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F8184D-97B4-1787-4351-D7AA46C55AC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21F2D98-6FAD-A55E-DD81-BBDA28A6671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A95177-F707-BE82-726D-234430B8C3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C5B72-FFD5-C2A1-8421-FB62E596669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4F4A63-33C7-B015-58EB-901EB984D9C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E02518-D0E4-0DE0-17A9-3AB07F0F478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A55E9F-FAB5-4D0D-2E66-8AA5B8441B1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4C7328-2989-A17B-4906-C00A0C0E611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088861-F2FA-98D1-AC45-8D3613B46D7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6C2441-3872-11DD-2D9D-0BEB4E9EBC4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093594-6FB8-8079-185A-D94B3182B9D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9B4084-193E-2F17-B6FD-C8065265088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EFC1FD-BAEF-CAA7-023B-2F98E4A05E8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72AEF9-6AAA-6F36-AB2B-2054400E80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4BE27A-782F-54AD-A521-C94DB7FF866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988433-38F5-50EE-31F0-4B1A38E40C2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E2D307-2897-9200-2483-D7FD0A0F99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7F1D0F-BD3B-DCA4-80F3-28C72760925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5FB7B9-806B-7219-A171-A038328FDC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88420E-9B20-3377-08E9-8E11BE4969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778D752-64B4-E3CE-AD64-966355EDC7C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1FA0AA-D8C9-37A2-67A8-367AC4F823E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FC4646-F502-F0E5-E91D-5A1ACF54FDC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789B1EC-F1BD-9D9E-5B4A-59161423457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</p:spTree>
    <p:extLst>
      <p:ext uri="{BB962C8B-B14F-4D97-AF65-F5344CB8AC3E}">
        <p14:creationId xmlns:p14="http://schemas.microsoft.com/office/powerpoint/2010/main" val="23204113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B355-F514-BA5F-A7EB-8CEF2F766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7C92C5-3B52-D2AA-0E84-D377AAF904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582179-2F87-CD52-1004-C7BDFC7DC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B3238F-2DC5-98E6-577F-4E703F366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D23129-64ED-B902-9F90-0FB452A86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64537F-DEC2-F561-32D7-E1BBD0488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EE37A46-9022-B176-1D0E-04ED19535CA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36E5E-513E-67E5-6544-7CAAF46253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8DDB4D-77D0-C580-2C07-AE98948AF1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4BA47F-A359-9D21-A1B1-9D79AE3B83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7FBA89-4333-A0B4-581E-6AB6AC3701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1AC8A1-C5A5-052E-5D56-EE32033DA6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4A4266-F300-AD14-6072-211EFD30BE4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5410D4-6F94-E048-DD60-1B889FFFAF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21EC3E-C181-9EDC-A63D-1DF36E76C0E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285442-BD7F-CB93-4F14-3E8B8D3560F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9DB9B-26DF-B37C-4DC6-507AB95658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0A3159-0726-2CE4-8262-4A8CBE668A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EED07C-0E17-154E-108F-585AADF57B2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123773-2E36-5BD7-A7F2-72E8415EE8D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EE3B91-ECC5-41C1-8C31-08159872646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702FD8-8E05-F0AC-EDEC-134A99528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1938C1-EDA5-11D7-8322-B90254F5D57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F033F2-CB4C-00A9-9E6F-6847CB5EFD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4B2425-7B73-99CE-1900-F0238A8C720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034863-3D34-B2B2-D1CF-8F0F3EEBCD4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7BD235-C778-A51F-FA35-48E1A651C6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999B4E-9CED-E2D0-94FE-1593FCC7D41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EC5E9E-70E9-CD33-1476-5957D2703C8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796C39-5230-35E2-F8E7-0410678B500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578F21-71CC-586D-A7AC-7D13BDC3066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48649B-B6DA-6D48-4F96-348291BA03F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00674A-49E3-99F5-7B71-DA9257D1EE5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A09427-8D8D-88FA-F8E6-6CF7358A85A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491282-7A18-F261-4DFB-A46789266FF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F00FEC-5891-425F-E56A-ED97F92360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50766F-49B4-219E-0539-F86D17DE7DF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CE5E45-8BA9-291E-17A6-5920494006C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379D62-D2BE-CD80-6C96-01FC60615ED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81FAF1-7EEC-2BC3-F924-1C28974A1E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375B56-BD22-E664-5949-65B9C97666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21EB3-21D0-9B89-2AE4-EE44F85E832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8412B-4F10-E50D-A32D-EB106C1817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E5DDBE-E753-06B2-AB0A-8B1DECB1DDF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3B671C-7E38-B7CD-4BAF-DBEEE92F177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B37618-127B-0F12-17BB-0435A850EF5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962CF6-1F76-CD0F-D289-F60BC71DD1D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6BAD3D-84B0-EE59-7960-8A166334B5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24402E-8C9E-69F1-980F-55E153C28AF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3D0CA-A258-38BD-8D07-C2D6158DB4B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26743-4961-7004-8242-CEC08B54CF1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C00E6-58B3-C845-18DD-C6F6A466A65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A221DB-F8B6-757D-3E21-881D1D96833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B099EB-AC35-3E49-49F6-93EE8D75AA3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078628-9365-1460-3EBD-84FF3BB3D4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59E78C-604F-772A-7DEB-BD2F5F5F8E2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089031-8270-456B-3C51-B4D9973E9ED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7345A4-18F8-8DB1-6CF3-11DFDE85DA8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3C94A2-5381-74E6-F449-55E987A85A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853D2C-5650-6681-8406-7530D2E523E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AC684A-AF00-100F-8A8E-B70106724C0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4EDDBDB-C5AC-AFBD-622C-0F800C14543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9DF0557-5E5F-F966-39C7-434B15464E9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15DAAD-7DD2-BACC-6611-9ED2D4928AF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2FD766-BCAE-A2D0-22F6-C5653F4F511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9E305AD-C0A7-0F33-7EAC-C2A194221F7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1B14AF-78B6-B6A9-2F2D-510172D81A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A00436-7DC4-74AF-9BCC-7DB7A238637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22947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62D5B-3EB3-8582-2527-DD01ABA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A1B98F-F570-AFC1-6586-3479B8F6D1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9E3747-A8BF-D8AF-0A66-EA0C0B4D1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DBD45F-8861-DDB0-ED38-7F9CAE2CA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44F444-B477-AFE0-485E-7581303E0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6DD08F-B7F1-A1C9-8E37-B1A487B35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B989E-477C-75BE-0603-D4EAB35A1B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D69D-9E1C-6A12-7EC4-98D2B43E2CC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E8F1D0-6B8D-A854-44A5-D4F74C91CFD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E58530-FC55-1BF1-8C4C-99EF8C95F65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D6E368-5D9D-BF23-6864-B078AE18E04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B4B081-BE9B-2402-E7BE-78D10023F97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665A0D-E5C0-344C-CE7E-DC0D543CE1D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57BC2E-191D-6FD8-403A-851804D4473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A9F91F-1237-DFBE-5D33-0FEA56D45EC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351DA4-76EA-8702-B7F0-AEC1BB425E4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933925-AF45-B4CE-2496-581FFC7A78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7612E-1FA7-3D8C-5708-2C006D87DA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3391FA-61F2-9576-F4F5-132B25179CC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DFF14-1CE9-693C-5959-13D95F40677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D6ECAF-6CFB-ACC5-FB76-C3F1FF395A3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F4E59E-DC11-7B43-4155-F3E9D67A6D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7F6759-8876-F189-02D8-47CCE1599C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2572D7-FBEA-BE71-11A9-6F1567FC0CF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6764083-0D81-B626-1765-03C41B85406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7A7CC6-D8DA-B4A1-96F6-F87768CFC10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1A2FBA-B8B8-3CE3-7FAD-77220510C51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6DE1EB-F513-A893-7ADC-98B39099E42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99908A-9DE5-A3EC-1991-13292D76E6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5BF87C-5F72-7221-3235-786F8727C2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4CFA74-57A4-A799-C782-2EB14C6CA8B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E3463D-DAC5-9093-7873-B6F63603217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77C5C2-78CE-5980-4762-ECE97100930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36FE1D-05C9-7707-7140-F05FEAEE405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9852A5-6DB0-1845-2B04-07C27A43B33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5A944D-9338-2CE3-49EB-99D8F03510A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B97344-9571-5FB1-9A95-738B3F4F583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23765D-B8E8-C2DC-0497-E487739E99A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7ADDB5-691E-419F-4B0B-116F0184DD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05CE44-8D65-FAAD-538A-6418011212C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78999-10E1-882F-7069-35F40E60B8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33701B-CD29-9C2F-5543-447966365C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C1B02F4-33E4-A7A4-C1C8-29448777CA5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88824D-957F-6D91-0018-9A88DC77DE4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2B06B0-A27B-1ACD-61EC-483414C7262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6849D7-ACC4-0DD6-4BA8-D132D9A9543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883EC0-976E-BDF8-6170-EBC5D7CC95D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CACD5-A589-3A46-C718-C5B9B3F87C7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70AB9B-4C7E-EC57-54C6-2DB43F76565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84B576-D0D0-80D6-8F99-79D79F9D17A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9F288C-BEDA-1170-A6DB-2C8CE150371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44C17F-BDB7-8BFB-0CC8-576CD198875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B891FF-962F-4F5C-D4BE-DDF5CEA3A7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F143EE-1188-78B2-D79C-F819ECBB421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1FF7DE-F725-D984-3F18-AD535B9306D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C7805D-7613-477E-6744-B09DB41BD54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77F892-FB45-DB51-F7EB-0C7434594D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9594A7-0C4C-DB85-8A4B-3068DB884B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DCDA59-24D1-7521-E5ED-F7D5D822F41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DA3926-3466-ACFD-37AA-78140DB50B6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6E7A58-54EC-8775-CD5F-8B867973584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569A1D-D872-E64F-B968-3525118810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9DCADC-6ACA-552A-029B-C90C307EBA0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5DC794-6ACD-3255-1DBB-18F165E9703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B45001-1A23-4286-0CA6-89D55C91AF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04379A-170A-2ED1-8F9B-95FDE1D31AC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48A083-3808-4443-925F-28FE4AE1C1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9CB477-2619-DCC7-3DAB-BB481FD774F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869174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3F95-9E64-B5EB-3732-E37886264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880152-1F47-E51E-0CB8-065701AEFE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FBA4A0-3380-58AE-9B5B-5C31EC91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D9D8A9-CEF7-D3D8-EF54-3B280B304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314DF4-9880-2090-3665-03BBAFA61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86C6BE-BD53-7D83-7C81-8335C7DC8E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60A798A-EACC-7F51-BF99-222C33DC7E1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C5C911-7577-A1CB-4EE1-92C1B61C397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2CE3C0-F410-CD5C-0F2B-469AA9CC726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9DA05-2BC7-F374-30CC-63E7C6DB192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66AF7D-AEA3-D14E-CA88-75EF344CA0F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1CC65-E821-36A4-283B-DE280B33C9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A26C3-2B38-6146-1EEF-20A8F69185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748BA9-A200-1C56-1BDB-6CCAAE9F16C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61C496-5E32-6B17-2F5B-416CE239D3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D6943F-66B6-437D-8821-B835F8CB69E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5C0023-256A-27F8-B634-A41E4FDCCE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C0F359-A972-AF35-E58A-9278012BAF8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F51D9A-5F8B-901B-B0F6-36F0E59E6F1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F55DB-BD90-242E-D007-144DBBD5537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CD386E-2C35-90CB-FE6F-ECAA2BC9672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6197CD-5FD9-723A-37F5-E5969EB0EA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D8CA53-367A-35A5-0505-F5F9192887E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05304F-F660-5CD8-69BC-9DCE0681F44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548686-F785-BCDB-32C1-2BAFD3A5DF8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A34364-8C19-DC0A-D9E9-454D9255FE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EDCBA7-F166-1C40-4E82-83E89460B7F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71AF2E-A526-3D42-E4BB-0FDBD897ED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D534A9-53A4-E099-CF0A-BEA3D24E460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DF76E2-363B-BF5F-846C-58A04187A07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D83542-5B37-88F7-3885-7D9D39400D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302748-D532-9B86-8694-1DE8EC549E8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673BB6-6382-5491-C30C-557AFD00BB1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9050F4-C959-2EFB-D240-16B561CF6B0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1D68FC-EED6-4A55-CAB1-5832B1A174E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D60937-13BF-9FED-08D7-0D67351AF13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2E7AFC-37A8-17FF-D431-EA7C32892D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E4771F-3FE6-F8C4-6F1A-09000C11D3A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398135-D44E-6D45-0E58-E860B16C692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0C347-972D-5C60-7448-E5D72124D03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94093-389B-0C16-9515-E75A7FF86B6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C0515-ED25-0DB6-DA36-FDD0E3018B5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753181-2CAC-29E9-166A-82E5D2D9EDE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57533D-F1CB-F438-3CAE-356C51B76F9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8BAF43-07F6-3611-23A1-44C4C61A77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30A1A5-A79C-35AD-A233-5DE0DFF45D5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F533F6-C73A-0242-DB62-F79E70B7F9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67E245-26D2-54EE-1C1D-05D445EB93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4A5DAD-472D-2888-4F88-82E4FF00DB7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12D41-80B8-F642-05F8-7BCD1E1B41B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D43BCA8-B1BB-D371-D07E-FFB14A201C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DE584F-AC6B-C3E4-17C2-A18C091AAA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5DFB1C-39A1-F664-CF40-A6703515E5B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727F448-4DC3-514B-6F7B-E781BA40336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CF88419-AE75-0EDB-3318-7D9C23385C6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940EB9-C2B2-4A9E-3160-4CE81A51AEE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72E9BB-5BC4-ECE5-ECCA-78A0C0B3134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A7ED6B-7806-D5F6-85B2-67EB4F91686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8939C-BC09-9B90-95D1-D541C09568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385DC4-693E-16BB-16A9-2F78B72AD4D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1CFD71-63C0-0390-1E4E-F0CE808A28A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DE987C-A934-957A-442E-C8CCBB4073C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ED640D-1B2A-282B-9726-B1D3C9F636E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59C8AA-2680-3CF9-AA74-B9188A39CE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CDFB59-46BB-A737-5D24-582C5D51EF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B2BD55-8638-3BF0-0BD2-F60D395E7E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2397FA-4F6E-7B06-3ECC-85172C995F7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42AE02B-AB1D-FE30-0AC2-209E875473C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929086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ACF89-F381-3F23-DDB4-0DCC4090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F3E0DE-1D9C-20A2-E532-D4BC9FDDF4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564602-B164-2C78-1780-949B5C38F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A8E6A2-50A1-9E23-2379-1252F04C9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D552DFD-1D49-656B-5DCE-516E1C870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512061-F61B-BCBB-65E4-8E15C744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75518B-A876-B2F7-72D2-9E48ED367FA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BF1BF9-0947-F01A-C69D-7AD197A6D9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E7AEDF-AEDE-5224-C589-E3982E9F73E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5AC0CF-1107-2B4B-B5F4-7D7B6EA53C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EEE3F3-7EAA-F5F2-0A26-475F38CAEAA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6F4710-ECBA-88EA-DB69-13855DEB17A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8B7C03-3260-CD06-9E4A-7B576D1036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E38EE2-3803-FACC-6512-9912486367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3EB297-D099-1AE1-DEA8-704A7485C8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1931F-DA14-9C49-7F67-49B175CA77A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F2D96B-4DF6-55A8-544F-AA7E8A33945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7C49B0-7E6A-D2B6-6032-059707080BC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06E70E-D230-B3CB-614F-11D63BD455D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A9DB44-AF6F-9832-4D94-249387A635E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056DE1-460E-CB32-B622-81B15CD0525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C4F03-5925-9EA8-7AD1-E9866C782E9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569CA9-8B1D-6D5C-052E-D30715CD67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4DA0D7-026F-CF2C-A11C-561159693AE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5D1DBB-A300-F386-97CF-5CB69267B82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A49391-F28D-CD1E-10BE-CF42E681EB7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73C9DF-50B6-40B4-367B-6E141D9BE4A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618512-2BE1-39D2-524C-C31AD098A6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8EC395-B9D4-DF4F-FE46-6A086669A72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6C5863-955D-6C7E-314F-EB301F1ABC5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1E86A9-D2F9-68CA-2827-D18C486535B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53EAD5-4B2C-283B-22B8-8CB2A21E616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90E6AD-4AAE-D12E-1A2E-C93A9BF4D77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44CB8F-FE97-3E89-48C0-16D2A177212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35EEBB-0CAA-2592-EAC0-7A942ECD497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A2B64A-CF9D-D4B6-E475-9776F2B08BE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CE18BD-9885-2D13-A8DA-571BC8C622E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69441B-1AE3-D49A-7061-6A5911BC23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4904A2-6492-B6E6-8863-B872672AE4F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802B19-D5F7-208F-D7C4-0D8497EA33E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CC6DAF-5E8A-6ACC-AE41-E677CDC5369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03367E-8138-18DC-332F-1F312C94A56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851A843-9199-5383-28F5-44959153C14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270B5-73FE-262C-640D-CC1659BD4CD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2D93D7-255A-D546-C0A5-992C0BCEAD8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DF621C-499E-A748-77AB-6A2170B03A2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8C0E96-7478-0118-9F14-7DCC9322D82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50ED07-B6ED-730B-8643-73659200700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A49B9D-C9F5-153E-DA51-FEF4CBEA4D2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5BCA4E-33E1-3ED2-F2F2-183EF0129DB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59A379-79C8-C063-2578-98BC9B9D35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2E8334-B1D5-34B8-D90D-3749913472B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258C42-0FFA-776B-6B2C-821320E90EC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61C4E8-24CA-82FE-509C-947412C944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594CA6-D181-609A-9E9E-80A4F6423DD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25AB25-4624-493B-082D-372B9BBAF6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2AF68D-1248-BF6F-D457-C362772BAFA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DDB2AEA-1329-336F-9DBA-FAF2C0F4F7C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FC1323-F840-8211-B5AB-46217232015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8279873-7328-1D65-4B48-01881741FC3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F67379-BCDD-CFB8-99AF-60087F21D9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0E15BF-28F9-B446-ECF6-F93FE97A36F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FC44A9-116C-9145-A217-31ED3F86D6A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DD56169-F4ED-6B26-3BB7-7045C34F0EA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E086C-5E55-FDEE-2342-739FBAA2B82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5143AA-E529-9180-FB5D-AA6E8DD4564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97BE05-299E-AF67-729E-7FBDB7074E4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DD324C-0CE7-EA64-212B-20E98C95A0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892137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705B0-AB0A-EC36-36D5-ADEC712A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F451FE-1BA5-9079-F164-89478DD400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8B4D3D-7CEA-6005-8D8F-7E6F849A9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92A571-4FEE-BE5B-4E1F-793D7C379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8C3CB5-2D63-A64D-DBB6-04A12E06D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AA111D-A273-17AE-E878-C2C4966E82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2B3226E-A68D-6B2D-9C93-F613397224C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17D71-5E6F-19D1-5D1A-6F38561570A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49AE4F-A804-1044-EC41-EDB50569BC7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EBBFE1-DDC5-5019-3C09-3CDFDF6B4A0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1538A0-3F62-3D54-1208-805762B5B52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B3456-1355-4BF1-CCE8-54E103383DD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66ADD1-8CD5-922A-FCDD-CFA1589BC3C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B057F-F0E3-C4EB-F19F-00DCDB3B3D8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87E96D-D217-DDAE-8E3C-7FF0930F9B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9FCA4A-067F-A1A6-5F14-13DC1E40052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FBB2F0-6C78-32A5-BBE5-B95D13EB39B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08F7CE-1A41-A795-C3F4-4E4B74F478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2EDD0D-C6F4-3F5E-F4C1-D5C90002FC9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BEDAC2-D379-1315-A4AC-58C5152CC0B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146D74-8590-02E7-3C08-F5E60A0D11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6D52F3-58AF-DD98-52A4-1EA4DF08E1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4FC29D-1B17-2DDD-0F97-8C449B9A33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A9F1EC-8400-0F5E-CA66-6BB96B6051C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C55CD7-2DDC-40F3-1DD7-450A736A9ED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216BA2-A931-F6E0-1FBB-C149E86D5B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0A7D79-88B3-735F-C732-165FD29033F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F37608-0DB3-3C0D-035D-B2F6A9DC184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3C016-9EC8-1986-5BC6-24C9720D1F2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7F9791-0204-F9A2-602D-6F3044836EA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2D43B9-8819-5601-593C-199ADE486B1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CC0CE2-1963-3F55-9BF8-8C2C48AE544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69BCA6-D60B-3965-0A67-0488E9995E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48BFDC-F10C-663D-7276-60806D015B7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E408E6-5B25-19E5-CBC7-C99526121B7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485453-8FC3-75E5-05FB-4EAB57BAEA6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651080-E15B-2831-4D12-92402AE1801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3971CF-932E-EC57-CB72-149D8C84FC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3A2691-0012-5866-DA28-ABCB59E44FF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21F5F1-5F79-D43C-E09C-929FA2361A0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C63D47-2D73-6201-E8DE-6256A20DCCF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A07FEA-501D-2FF4-EA96-BC5B76362B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CEB407-8DA6-2FE1-D615-5257611FDF5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D529FB-5CCC-0EE1-1370-A5F6E353245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9499E7-6692-686A-1F94-2A85A8E1DA5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EA3B9E-5018-5FC5-363F-51D37108E1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75C030-5CB5-58E6-9A88-AEFE9FE9A94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AE36B3-5E1A-3EB9-2F18-8C86F6E5526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7092E2C-50B3-2568-5238-F31B128D3E4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F370E0-58E6-F585-4C18-969C0C7622E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3B61B3-3819-16F4-D153-25E4210C7DD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6FBAB5-A531-9E79-C650-D25A23C61F5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7163CB-61C2-6217-4F8F-A13789C0885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F87920-1858-9382-C26D-82F0FE23825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5B3D6E-EC43-6F56-1EEB-76AA11FA84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7FC51A2-0EFB-FE7E-ABBE-71A2AF415A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31689E-74C0-3C5D-6F09-4D222A76CC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3FBB05-F082-7DCD-2DE3-A424EC9B5EF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869240-D4ED-2C96-14A5-9F94FE6F37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1B6FCD-5019-A1D3-D7FE-44A3ED0C47F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2D1D7E-7007-CC31-740F-844E133F926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49B124-87E2-F4FA-5BE2-3D0A1FF8B5C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E3A767-8FB1-DC13-FB41-D1517BB3CCE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6058CB-D17A-5ECB-7B94-A9C99AAF29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93395-71E0-ED53-E33F-B8D6B43DB8E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FD140B-E4A8-F31B-AE51-7E9968E59FB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7557A5-947A-89B0-2F01-9AB3CF40D34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106E73-FA4A-2F92-370A-175A0F84F6C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756257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FF89-A391-A2F3-0031-F08673D5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D20541-4969-D3E6-28F0-3B035CCA38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713FDA-0662-756A-B716-02DBF4369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502611-49B0-22AE-191A-7529D2471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68C897-0B41-3E04-EADA-24963885F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28348B3-A504-66B0-FFE1-BC00005A2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53B654-C7C1-3F8E-8EF9-1EA731DDB50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097B5C-48D4-6FF4-76A7-294C1C1D90B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2D33B9-88C3-41F8-F8F1-C07715A12C2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3E0D51-6622-48C9-3FA3-59412A53E61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20F318-2EDF-8E13-FCC3-84745798CC0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61F0C-7501-0926-D3C3-DFABE9BB97D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691DFE-FF19-BE0B-552F-3105CA52D2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823626-A389-0FE4-AD9C-BB2C7C2181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9D7D83-8410-F8DD-27C2-663DC5317EF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E64C81-6783-4572-691B-FC98199DAF9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F43BE-23FB-3562-F535-027FF13B6C2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0E92E9-AF38-C677-9BA2-DDED08F7B73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AFE98C-AA23-7E72-56FE-F28F7D52A0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7047CE-348E-4470-2A8D-59B897CD4D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2CE1C4-CD82-9108-7531-3EC6EE99A83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464DD4-B43F-09EE-E279-0A50BC6FCF5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4A968A-F0E7-3E7B-E8D8-4D68BAC8079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B4FD44-5ED0-2B51-39BC-0C196BEE8D9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EC5A29-71E4-AC9D-9C6F-C0FDB3A78F3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91A951-65E6-A6CC-5CFD-110730B9F0A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EE251-9CE7-C014-34A1-383D7BCBBD8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931316-7EA2-41B3-C67F-545FFAD1B5F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96B863-36FA-CA16-E5D0-24F446B5201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71B784-FE9C-6D01-A166-A0575D53411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BCE4E5-3064-FAB3-4A65-85A87CAFBEB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8CB072-FF92-1A9A-1BBF-FF4D5311A67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E1A7D6-0A58-2583-067B-06A7846D5D4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2911C-BB6D-8254-43CA-65A1FE821FB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D5B8-458D-314F-AD3B-84C52202681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8DD5E-DA64-25F7-7579-AA0E30A255B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B9F3DD-93BA-18F6-1ACC-8B85A77BE86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9768D5-8A04-4B49-E133-5BE09E7FB2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ABDBAE-FAD6-23F4-5544-2F1E714683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2168F8-3F8E-045D-33D0-ABD3E9E56C6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B73DB5-2F31-870C-85E7-AC48925964F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7EBFE8-B6F7-AA8E-363F-0DA3184E24A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A15941-06DC-6B1B-2A7F-B375C02F25D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FFEC89-C317-25D9-E227-72EE1F732D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C21E95-BCE8-86A6-43D2-4138F957ADE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B9100C-0AE9-D526-AD77-018036CA531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71DB4D-77D1-9253-443F-4AD2F10E820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B424B8-7C0B-F288-1B24-5D23376C68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7E17DE-82DD-2CF9-BB09-3DCA89092DB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A96F05-DD40-C2A1-AFD7-3C54F202FA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CCF9F0-1FEE-133B-90D4-456D323E0B3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DE60BC-ED46-CFFA-FC57-29CB6D80A3A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4B015D-CE55-B956-1E56-7AA589AFE95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92B873-F5F3-168A-9EE7-BFEDA9A36FA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F9B58AD-091F-38DB-F35C-19635F6E25D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D3D5FF-F301-6476-EAE0-951D4BB37B6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01B2D-3D98-554D-2AE2-CFF3E46A98E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F9B44A-DF84-728F-3555-8DD5D87B7FD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F846E0-DCE2-1545-AE89-77D8B4777D2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B4788A-E90F-7897-B2C0-3205EC08821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5563FF-F0D3-7E6E-3322-A24B1608B59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8AC9E6-29CD-A40D-9403-822C3B8C3E7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6D9B39-047C-E85A-E698-ABD2E6CDEBD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2A0F2-AA94-3DB3-6437-F333C8AC26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E962C3-29F3-5DD0-8742-DA16F1735BD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33FBA2-69E0-F0C7-9D5F-47AE59E084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5B38C6-43AA-03FC-9E8B-2EED9096CA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558004-8F0A-D01A-515B-7178DE0964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23479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6D7CC-5799-70F5-7176-26C9B2F72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989E8F-42B4-4C01-549A-12AE31656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48BD8E-B61F-7438-3074-A89F4D6F9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F2B86C9-3F6C-2BC2-8698-C3AB11133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4F28C96-C049-0115-95A4-7FE74DA06A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805872-B7AA-4B66-F41F-46140D2675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353008-8311-91FD-7EC0-FEBB2DC5A22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E53385-2EA1-BE47-89EB-46BFB053EA8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1CE63-D9B1-9D0A-576F-8B25116D208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B207A9-D9A8-EC9B-459A-3916CCA867D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5D674D-16C0-593D-E50D-2D12724948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DBB2A7-D43F-8432-D0DF-DC024ED952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201D61-B0EE-B157-F5E8-C4EE064C020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EC919E-A680-19F9-73F4-6BA867D8DF2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9B890C-776D-BD7A-B10C-0E98DDA7553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9248F2-93F3-A34C-715F-1DC4B542049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4BD680-39DA-1C02-7C2C-501D2DBF9B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44A87E-0446-0CE4-884A-1ED4DC3FBA1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988CA2-B5D1-2FA4-3FCC-2321DD91E43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016306-147B-0CE5-A205-C9B9E69FF31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61147-160E-740E-DD28-DD6AE3B9D2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974B8D-A0B3-27EB-F436-F383ECF7A95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E5B664-BE93-EBA6-D693-F9BAD204B21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2965A6-BB4D-6E2B-BCD6-FA98FDE30F9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BE8ED8-ED2D-7D30-9A33-ABDEF2774C3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B75E08-7B09-A284-CB60-D771BBFBA7A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7D3926-C91D-22CC-0442-F6E7C5B16F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0ABCCB-F50B-6726-2233-F2C5F71F095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AFD0CC-C98A-6D7D-8CE8-337B5DA6D7D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077C28-BC0E-B8C3-E88C-E17617524D5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4E843-8DF9-E6E7-AD10-E607944371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40E8DB-AA25-358C-EDD7-F386B24DB43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CAB7C7-917A-C3B7-9D62-77A4F5A7086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1615-C9CD-4167-CAED-F717022EA67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A6A414-A432-1C27-0720-EDFD1CAE3C8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1C4DFE-FEA0-8663-D560-98E2D85D8FD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90F45B-259B-FA2B-AD44-374E3F7E218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116B471-02A4-1703-8B1E-0C21A735DD0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0DA2E2-EF33-7D9C-701A-E737825C494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5D17C5-1779-9790-0351-267FB98011F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E7D164-D612-318C-C137-5838D41542C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6AE9B3-4123-B49F-F794-D09C3E7011C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F4EEF4-28F1-7728-1E49-3CE63DC5291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0B5BED-A8EB-1779-EB9E-2F91DE7070A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79C945-06AE-6E8C-8196-0AA3145159B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39E188-0727-CF84-6E8D-21FDE88F9A6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FB769D0-569E-0B8E-FE10-5AAE3168249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D5537B1-5E9B-7635-6413-67F85461338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3889E07-0AE5-A361-995C-0B06680D495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E5A13D-B013-AC6B-4A21-90493D5A84A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72AD6-6E72-B9B8-6D7F-BFDCA70DB3E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E00855-D0FD-BA18-1A2D-1CA5EA2DC28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DE225A-0740-40C1-69EF-D3DC1025F8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CDD23D-89AB-915B-CF84-7070AECACA0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F0689C-16FC-5057-C2A9-56AEC9827CD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214EFF1-6FF1-023A-5403-0125E490DD8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CDC968-36DE-4449-ADAC-986560C0611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426298-3D4C-3F3D-5FA8-5CAF94FD850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1B525E-F75D-F635-F9DA-402DB10229C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924197-C901-93BC-0AB4-284B08AEBAE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79942E-940B-3C1F-A5E3-C624819BEFC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B798B56-6B79-AA61-D13E-8051953172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C0915E-14B6-DFC7-368A-8B336C617E1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47305C-B535-2DA7-0AC4-8EA0A224AB4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BA132-26E3-5659-DA30-224298DE57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9020E7-71B8-5BC0-0C26-7E299058F56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E247B2-7CB3-C8F6-E3CC-9B3534F83FA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73078D-422C-5806-F233-3080C44CB33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12AB0-EB91-C5AD-8A1A-44F29050A94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913F40-73CD-930C-8470-61733A5ABAA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5187BF-E12B-3921-BC56-F92AB0C88BC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</p:spTree>
    <p:extLst>
      <p:ext uri="{BB962C8B-B14F-4D97-AF65-F5344CB8AC3E}">
        <p14:creationId xmlns:p14="http://schemas.microsoft.com/office/powerpoint/2010/main" val="2133848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01B3-A053-9BC9-D811-484AD2515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7E9E7F-FFC7-1886-AD16-17EDF59C5A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digits remaining in Column 4 are 346. [16 in 3] -&gt; [9 in 2] requires the 36. Everything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4D1E84-1218-F8E7-E319-657DD7DB9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C55919-F33D-5757-2387-0E795F8F7C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06E2D7-3518-8502-0425-62004F3F7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D832F41-E926-D28D-B094-CFAD1936D1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986273E-CB82-31FD-D4C2-9F3A910F48F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196ECB-5F7D-A312-4446-B63A355F330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364057-959D-39AB-6EE7-6905D61DCC4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28AD3-D202-82E6-92F5-F9ED4ABF8F4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E90A5C-8D90-B3DF-490A-CB07B62F26A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F09E08-C941-EBBF-CE50-EC1049837B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68AD64-F3E4-004D-56ED-631AD0C3883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C9A49C-4A20-E205-552A-4881A0F5B6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C9C5B2-CEB1-5476-ACC9-D77DA810A5D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C92D1F-645F-9A1F-5A8C-539A7481901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E23C4B-D614-2B6E-5436-AAD7E9926BE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6439C9-4A8B-A207-8AB6-FF114F4D5D7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DD3974-CB49-ED00-62B8-F9BACA79FA6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DFA845-EC05-7959-1C9B-F5CDB4E1FB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3B9A86-C8AB-86D0-EDA3-850CEE3FA22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662217-247D-2A0D-A62B-20DE29B4E8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26B293-E043-D7BF-EED5-A52E4681F0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4744D8-07B0-AB5C-CEB8-8AFF19007BE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C53CF5-674C-3167-298E-2F792FFD2B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04717B-8DC3-B858-CB4F-1D0C2613F5A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1F2366-E480-E882-3B44-F5006505A73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A08007-6A08-2424-690B-515B8903D6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4485D9-BD0B-6628-CF44-2A6DDF54429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D4FEE1-6C54-7294-53A9-429CFA88D40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90A1E7-B9D5-C0CD-029E-CEBD7C38D1A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08C13C-6884-0FC2-8F14-C6AE3A5EA08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D8F12B-44A9-A719-1496-B3118E3CB09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F713-4EBE-714F-E652-0144735018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32ACEA-818B-E1A1-C77E-B0E5A130487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3C277A-9D41-34F2-4716-807648AF2C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79DB1B-5C25-C4F5-2979-DA49B627234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4A80EA-DF12-D55C-9271-942C4294726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F5A1E1-A87D-C3B7-6AB9-D0EB5B1F423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436102-6B64-3EAF-4A78-FFF6153E055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400D39-DE67-60B1-674C-DE6FB8177B2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26E12-70FF-4DAF-4BC9-4E5D7FABB83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7DF8D9-EBD6-B778-2E06-059291D27E0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E8CC65-3D46-1FB4-F73F-2ACAD0957D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12BEED-A543-A2EC-2D20-B27563B42B7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A7D703-6803-EDAA-2B64-8D520CEEB80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68708D-B36A-6871-61D1-5E22A08C259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A1753B-AFD6-1263-D568-52ACF5FAFB6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5188B0-A3CA-5DF5-9247-6258B5F3F3F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3899EF-B7CC-2916-BD1D-29EAF7EEFF8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0F8A68-FE71-79BE-64F2-D480858FDC0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D4EFA7-25B8-857C-4873-C142D1CE6DD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8B1FD2-F4D7-7036-60C8-73572939A9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846151-7C09-E352-2657-4B956CF743A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5B6ED4-DC5B-C232-B784-6F5BD71BA71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68CE5D-35E5-64C7-DDEB-AF2D4339A0B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22EA31-619B-9517-8A5C-E4BAE6735D6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EDB07F-071A-B1F8-288A-685BF13C791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ED3C77-248C-2705-BB4E-BFF58F0472A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597C19-D929-1927-FA71-7062CA2567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966CEA2-3157-9D16-87B7-91F8F68CE7A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29BF13-CBAD-7B05-FCC9-51138DF306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BD371B-66DD-4A4F-1B7D-A56E8E57A3C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01264F-779B-C7E9-8011-59FEDB9DB9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31EA1D-8358-679A-9068-DDF04DDE68A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DA7BE1-73B7-422B-311C-5C2B081DAD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1EFB0-D644-440E-6396-1E69C6BC92F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9110A2-D5C7-AE49-E564-309C44DFE4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2E762D-34DC-BFC0-6CC8-1C18D41E9DD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8A84B2-8C4E-D615-DDAA-0CF91C621CA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B9FA74-1D14-BDD0-3308-55D33856BE9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280919-8269-A80C-9147-953F6F63D42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3E166C-9E84-2994-02D4-C6EA69A323C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415FBE-DD8D-9F01-30AC-F0E424F343E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9358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4DE3-B887-A60A-8C56-0FD8C1284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DFBB2E-B115-44EB-D9DB-A1E773B541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70AB02-1AD8-E83B-3EB1-3A0DD797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EFD959-4692-43E6-CCB4-A33477FC6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63CCD2-01AC-38A2-C674-8C3E046532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608BF5-056A-F5FF-6DD5-FD77E4416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A313F0-E356-0126-3047-4981EBF431B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21609D-4455-85FD-7102-1F7196B5349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6D85A-C850-F74C-36C5-E7757F0FBBB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5C62C0-F8DB-BD6D-D82F-A8EEC817390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4F8339-E021-90A0-E00A-0F46C4F86D2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56A102-69DB-DE0F-B894-9B1BAEE7F0B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C1F8BD-FCEB-908F-364C-844F3CE8BEE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1472B2-ABD4-DE8D-3BE8-CAF81B22D8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FA2C1-498B-D1A0-5F92-BC8FDCE75F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902D14-6934-CE12-39B6-C23C4B969A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805D64-2593-B4A2-E456-1DE815A3DC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FE88E6-EAAD-6942-5926-C33417D8AA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065F84-B09F-9052-D706-B9E43D1981D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C088DC-56A0-C17E-5614-E7C6FE8633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DBE40D-F0C9-B6A5-D82A-050DFAF4AA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BB22E1-3F3C-3C44-F4E0-70448A21A9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1DF9D3-CF74-C769-A2F2-26C1E070429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3474AE-20E0-8377-8CCE-40D4C22CC59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4F94AA-8AF6-28AA-A6FC-16EB6214A8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1D7596-A33B-77CF-D795-A627EED6E02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72C4A6-9FAA-0A67-3B4A-1E6064FCEA3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A6D15D-425C-709C-75CF-76B0A42B322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5F2D3B-3DD5-EC6F-2D44-96887C6278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82AF91-F2B4-E8CF-E13E-DEB5F630BE0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6673C1-497A-B8B4-8C04-9BB64DD00C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6ECA22-2F78-D019-FB55-5A3E95E6955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617A4-3D24-CDD3-C24D-F54158D92A9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B3B29F-6C74-A015-5A86-538837A9856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5607D8-FC6A-C045-CF13-849437E3296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E606EC-996E-CB32-2B76-9FD27F01EA8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643191-2C48-97BE-A508-E65823F75F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1757A0-B720-48A3-9E1C-30BB4959AB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05DFE55-A977-4CD0-95A3-7AD7D5E7412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FD62B4-FE64-8576-704A-D572C4ADCA5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674EE3-E306-0650-780B-C42092FE7D6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BBD91D-D9CE-F6BD-DD81-2887F7ABC0A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5EB788-A48B-2AF8-642B-B524DAA100B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F184D7-EA59-9CC0-954E-C94C9C8B254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52BADE-051D-BB87-0CB0-0D25D5499B1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EBFC115-D906-64CE-8047-4E2921BAAB3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A586D5-C700-3E10-84CA-545F58A5A71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F8B1C7-E804-D77F-4A19-B8008F47AAF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B3C85-69A6-3C6C-8F9E-EDA3276695A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32D751-1214-63EF-23FD-102E6CAD62D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1D67C8-5C70-9874-E06B-5FEBC7E2BD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2479E22-C701-F30D-724A-A41F465EFEF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951AE6-FF6D-8E6F-E2A2-5249BEE2D96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37CC9C-BDD1-A515-8BB6-481B78D83C8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7F8CC7-882F-9C72-2F2A-291AFEBDE8F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1A5A5A-C869-4219-0783-7B5C52B7BB6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CF8B8B-05F1-DA12-0819-7C88EB1B93C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3467D27-8952-7447-9942-E968762F560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032AEE-DD80-84DE-3EAB-10A939BBC3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CF961B-6D0E-B949-9D54-7183142CBFB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0C4C10-CF7B-B6D4-AB0B-5A7F9DB57F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15BAA0-78E1-5AF1-ECAA-E3900FA6CC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5ABCC0-0E10-35FD-24DE-09B83EBEDE4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962EAF-195A-8A67-73C9-F4E3D3DA7D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8E84E-0A54-8968-C27F-3AE35947139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E8884A-7BDD-EAAA-C360-C08FA38A9D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F9DF16-ED65-1291-B2BE-DC2E151DD26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1C4953-3DBE-9D21-07D6-FDD02787E6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612D2B-F3CD-1BAF-209C-C1F9C36F990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C82606-3761-98B3-FDA8-84A2060067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0939DC-7853-B69C-114D-F794469A3A8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18831A6-ECFF-DAE2-379D-3B94A8C2A2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AD72E9-B180-9E2C-6D66-D308ADBCB6D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5FFFE9-F5F0-AC26-8333-833ADC875E6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25050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B7365-61D7-099F-BDF2-121FDBA6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96A42B-9EAF-DBBA-D36A-A4B009A9FC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center block, remaining 28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BCB358-0A66-DC5C-22CD-FC48500A7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943871-42C3-8845-EF82-AF25B941C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B4C010-A44D-E608-4F8F-3D67C7E14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E62BF0-6D6B-B3A4-59BC-B4E8DE6EBA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556DA-37D9-0D18-711C-40CB786BC00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06C7D4-A58F-043A-2EC8-247679627D6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93F143-62FB-4A91-AFC2-74E4970FED9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568EA6-3045-BED8-1CAA-BCCCDD4033A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330455-7EA3-66D9-87F3-D5F99546AD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C75183-54CC-4A63-1D2D-BA0D79E2103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D9DBBB-D148-2E7B-E418-E4C0122B21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E73B73-09A1-284F-86F6-C349AD0CD9F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5FDC47-B41C-FEEB-967F-EE7D11ED32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243E54-3FAC-403D-5D65-533326203AC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2CBC2E-B0C9-6E50-E6AB-7C8C1F827FD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035590-6ADB-3623-DB54-72B47711A59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3BFFD-4133-FB36-F190-B04D8B8502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691F43-83CB-A772-EB77-34B5FC3AF68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923B34-ACC4-C85E-8FB5-7C6346246D3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88C41F-277D-31FC-3831-735BE4D651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D1B3F9-F083-E533-DDB6-9ADD8E32EE6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B35D8B-F377-0034-EE3E-01E63AB9621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A69D6E-205F-7090-22CB-250DF6046F4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B44A23-20C5-7D70-35E1-86BE310DBF8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D3C4F5A-0C31-7310-980A-0846B106856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88BA6C-C38F-0E74-4732-888195A6B4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40732F-7CD7-07C6-2338-FFE05D444F4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BFD476-970C-A8DB-7E96-84E92340FB7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FDDC68-424D-2EDA-E153-F811288B60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7FC815-0F95-334F-A287-A67FE74CEEB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2C0DF4-2B99-E7AC-2135-5C809E451A7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6EA813-8A7B-23A4-C320-1B5E718B3E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4EAF63-2B34-C027-C177-ADD0939B9E8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4C4F9E-4A45-A2A8-B458-B7C4926A4A4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E0BD7E-D35F-C4BB-021A-EF3ACE8A49E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4CD70-EBAC-BB67-9194-F52A1D989A5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8C5488-FB4A-6770-535C-4348FB92F05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E733A-1630-EE30-89B4-9671953FC4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C934DB5-975E-EE92-D2AD-824CE599AEC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C9A9A2-06A6-FC97-B9A2-39B0F3D3BE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3BBA93-1372-DBFD-214B-D51770AAEF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671C05-D1F6-559B-1A9C-ACB55E19BBA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F8370D-6F07-C61D-89E7-F118DC9755A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7C93AF3-00F2-21A2-4162-FBAD25427D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9B0647D-7430-E446-4627-81C34FDC7B6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4A100E-C670-8593-AD23-E92A9DD340C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6A9DCE-1E23-2340-9D1D-3A8839220E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85A0A8-1BDF-3D8E-C406-287482DB294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37B703-14FB-AEE9-6622-CBD17A00C48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D96C68-2EAD-9368-E027-BA68168ECC1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B8F4D7-C420-B10A-3383-7B57669997D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1D497C-D728-1202-A58B-F37D616F8F5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D2604-DC47-8F24-AF0E-1C1427FBA4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0309AF-2899-BDE5-66D4-880109CB1CC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9E10B31-BBCD-4617-9FBE-2881F3C99ED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8B5440-800A-FB85-4C1F-8ADB9C1D74C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33E72B-EF70-48F6-C1A2-95826A8E554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F8B97B4-6B33-5EF4-C0CA-1C73693CB7B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063D9D-80C5-FD19-B085-9FE380DF89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50B8A-1825-7506-002B-9CDF157940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5F9D0-1355-E53E-CC3D-4C4442A9CD9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E9F757-22E0-E528-B5AC-2FA25BFB5C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80CC69-6FE4-3D2C-6787-13854132C9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5098D8-93B5-984E-731E-BC11931B595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5C10CE-36A8-949F-1D41-D7D9F8D3F37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8AE912-9487-1C72-CCF9-F4177AC4FC6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E95A98-5B0A-CB2F-741B-06E2B43BEB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D5F3C7-83E5-F32A-7E5F-7E72115D869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479CA3-232E-6D5C-5040-8BBDD3BB88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A62BA0-4366-41AE-651B-5890E733253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A31FE2D-189B-3637-2B16-AD10EEE7263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55239E4-0630-7DAA-F3F0-A3443672F8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625F51-7CE4-BBE9-4794-9C7941C35A6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A341B2-A77A-EE9C-BD69-A6DF52169C5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5030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7249-F12A-2358-D904-53CFD43B0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5F246D-90F2-BA5B-0598-15618DD4D0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the remaining digits are 269. 69 are required to complete the [17 in 3], and they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9FB0D0-F55F-6784-CCA9-E56EC45BC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0DB4A5-099F-D521-743C-3F649A1D0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D9357C-688A-3445-2CDE-4080B7C63F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538109-A76B-35F9-B2EB-33B95FF6E2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215CFF-4C7F-1691-347F-88EF761F1D1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6B7AED-8417-3EE2-E7D9-9059C5444F3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9425E5-4C0B-29C5-706C-AC36367652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9C27C9-FFD9-AFF2-6688-558DD201632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207625-4D58-E77D-DFAE-3399F1080B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AA7B9D-AA43-FF5A-7C6A-6BF7C2DCC7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4CEC2-DF5D-1737-6AC2-2062D00B44C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950C9A-31AF-5058-B6CF-33DAB16B2AF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276EB4-850A-FC59-9E92-67797F61E53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618CB6-8C65-BD71-8079-E6F698E3514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C7601-8ED5-1BAE-5E2B-DBF0B54743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BA5D5-DCEA-64F9-F995-53C9CCD8803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F6B676-50E5-20BD-758D-3BBFEEF42DB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1B080B-B682-9F1B-7E30-24E578F9645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00AE8D-BB8E-43D9-F354-5EBF46BBE05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CC17F5-E088-2898-BF62-2AE1AEB76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FBFF3E-FEE6-D1B9-2E75-D75239CC5DC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E15F5F-3DFD-BBC5-9635-40322544A96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5D8DCC-BB97-7370-2993-EFBE1068519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E2D116-12A2-387B-166E-7066C8457D3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26366B-77B2-835C-D1A0-205BC288738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F48504-3AD4-1FBD-EF83-4820825557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D41DA7-C1FD-833F-CB9B-B37EC9A9C72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CAF669-5BB5-B2C5-C9F7-18949F73DC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F43463-30B9-05FF-CA6F-3FA09BF1435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CC43FE-E28B-A56A-4D23-F7933449F60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7164AF-1E4C-D582-3618-285FD631BC7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B4ADF3-F3CA-DA81-612D-66EB086FEA4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6025B7-533A-6350-CA1A-D38325EDF2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57DDF9-0324-D816-5C6C-C45E6F09C8C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2FD702-80C0-B173-6AD3-736115FD3B7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568C4-5C0D-B0DB-6C3A-E7F3BB36B97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098AD47-4DB7-D776-FA3F-74D11C1B080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7889B5-444D-91B9-8CE3-A7C04852946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F47643-155F-599E-B39E-A189EAF8CDF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F958DF-7A11-E2B9-6046-23088FCC9BD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22304E-F771-C1AD-A0B1-0C2CC0BC3A9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2B8FA-A80A-3BD9-72A4-C9FA0512298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4ACB3A-DE9C-BF25-F70C-2D454A1CD91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98FC2E-63EE-1242-E958-566110249D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5A1B1A-C232-6EF4-6210-506422BAC5C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2610C66-D449-922C-62E6-68F6126DC49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48A3F1-AC72-1C28-F4FE-6A2FDACEF6E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95E94C-EE2F-C786-43C4-4B657AB5BFC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0A5B2F-4A15-E13F-CA43-F89F9A0F90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90F36F-111F-8528-76D8-D483FE3BF2B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2121DB-3199-B53D-FA19-E4E17BE0798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94C875-F0F1-4731-D609-B0FFFA9B6D1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366311-91D4-4804-54BA-91F0C06AA4D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C5CD99-7478-5544-5BCA-5BF6B455AB2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90ABAC-47A5-B5A5-F6DA-71819338B7A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2AB1CF-47CB-7479-16EC-2C9589E3C2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8FC45AD-6C3D-C12E-530D-BCAAEFE2E02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B5416F-9BE7-ADD5-7F66-9D664007FF4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01540BF-B7F4-621B-C03D-23B2C162ED9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F7154D-92FC-BF44-CD5B-27FF1F2402C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145E3B-0170-7BC9-55E9-1AD1C0CDA62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14AC76-7401-2014-756D-84881C4A6AC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BB0E26-B42B-6B01-1D53-FCE56A059D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D0E096-30D7-5561-5774-B5D761759BC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BC0B92-77AE-14CA-0093-CB1C95302A0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AFA8C7-4D9C-A088-927E-8891BAAFD4D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330872-BBF6-E61F-D8B3-7636900D0EC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50E613-3CDA-C049-3878-66264C6DCA5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BE9A63-9992-0E66-3985-D4E0644E743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80EE141-CF2C-A666-69DB-7B92E91544C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D9AEA5-BB19-FE9F-7DBD-36CE46739C5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499C1E-C961-1FD3-C321-5305BF98E21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21261D-0716-A03B-C0F7-E04D6D54380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74963E-88E9-1D8D-4C01-53FAE555AF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927FF3F-CC9D-5FDC-680E-63328F4DD9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2B6A345-4A78-9955-6F24-EB0E490D92B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5C4ECB-57E5-73AE-7862-BE0C462AC6C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077899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69390-FA46-F229-82DC-E6810A3D4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A1F8D4-119D-3F3D-4D0F-5A0D058B54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0CA05-7591-C579-1B3E-87D0143E6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8437BB-D5D0-AE21-82C9-5FFF7AADA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7D1553-9D7B-EE87-FE8C-853D5FEFD7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3B816AF-03BA-94E0-2746-80678B51AE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E3E1779-5FBD-D705-FEE9-51D00C5C80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B4A684-3705-46E4-F083-1824B37F79C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13C087-017C-BD1A-3CFC-D3A6B39B4BA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759888-115E-C497-9A2F-FAC7EFAEA4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F820E7-5E81-A062-47B1-4E27C6383D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E82196-ACE8-D7EE-11C1-285C3D13576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466577-A709-643B-316B-5DDEF91E4C5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BE636C-7F69-3880-9D7E-7241F35F9E2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65E4B4-F4FC-85DB-1D69-A7479E1030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1AC0D5-FC16-6E93-614B-9BC7BE129BF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99EC34-AD9B-3DFA-52E1-E569CCB15D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11CB6F-8DA2-EAB3-51DE-30248E3AF4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B0647A-9D4F-CEFD-43DE-245E8AE6F4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8773D3-A322-4E27-A0DE-3ABDF80302C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FD20D7-2267-6EF8-B505-2D1E5818C01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94078A-1939-2903-F4C1-02148480583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CA0B3E-B7B3-41D4-E695-BA4562AD97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A1882D-9D43-18A3-316B-3F959A0BF19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475229-2F8E-746A-64B8-2768FF5804E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64AF3A-F876-E17D-2B2A-C587C313BB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1AB205-7C5A-0404-061E-711FEE49AB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FEC3FA-273D-2F76-DCED-B86BE55AE67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45BD83-DE29-C534-34C2-52519A86255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E0E77C-BBC9-D634-2B9A-DE0FE2A5565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B7F8CA-FE58-5EEC-B385-FC63AA3154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A7987F-A478-3409-B3B3-EDBF462879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8B6A90-4BB5-44E0-3165-A105467BC8C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8368B1-C153-AE72-9392-8CAD95C5860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CBC274-1A19-EEFE-232E-A6AF6DE299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D3A8C1-99F2-E61C-53F1-8C18E0F6407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8D4780-D5D5-FE76-9DBB-8378DACEF0B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F4690E-D51D-91AD-EE1D-9D14E668584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0D98D1-B849-284E-821F-DCE7850388F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7E99A3-14EB-CD66-CCF0-92D844BDCCF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8700A9-C3B9-9960-6729-1C4495FC38B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A78F64-B34B-95A7-C7A0-39224D856E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8D9CA3-D803-B07A-76FC-B3B415CA254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509390-A679-8682-E270-E5FA13217E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69D04-86C2-B03F-B45B-7362B605FA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EFDB9D-43D3-A7E5-7617-F54A6D0BDB4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374AF6-3502-DF56-BA25-10E46D8F3B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DDC4C1-BD5E-6C12-619C-DE77D738F26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C5F9AE-4996-75C8-F50A-83339A0C4BB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B52B62-0B3E-2171-9C47-A38E3C1D44F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0C2B41-22B4-030E-A897-B955EAE31B4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EA55DB-5392-84DF-2504-079951EABFE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4F9B69-C24F-AD75-4D78-EFD8D9C59D3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BA84C9-EBFD-1862-0884-55F2BDD01E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707680-988E-E712-11DC-C88525FDD61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476F08-4EF1-9969-DAF7-C649DE6776E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D1C5C34-A089-491E-A904-DD4F596E560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D99AE1-B410-30FF-5EFD-3F35B2B789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6808F-7FA6-36CC-776D-57807093758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3DD93C-5522-3798-A10A-E7CDF5372F0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B2B301-F8E7-B88E-733D-EF5D8C28435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2DC4DC-825D-08F8-E405-DCDC5BCC87A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5D20FE-54D4-3AF8-B59E-132041248BC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E6D729-0446-9761-4BAC-00C537D03B8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0FEE48-7CE4-BF9F-C2D4-5533A63647B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DEB66B-5BEF-E0D8-2F0E-2874BC6D3A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E29EFC-DABE-85FE-B355-8369C00BF71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CB322D-A072-A338-F66E-D33012A4864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2CBFC0-4207-9E81-A5B0-DFE2E6949D2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FA85C6-8893-78F1-5918-3BD339BA092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0CCA62-D8FF-56D5-CCC5-6F531528EE5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45B2B5-28FA-EC61-EF39-D3CBC6EB730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E65AEB-A854-9E6B-CFC7-96996A64DAC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C062EE-687A-02C9-38F4-DC73AB03EF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07A3A9-0369-AB5D-6183-F1F037CA10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ABCF0F-A1C6-3340-6353-11F918BFD0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0B74D8B-2376-61AA-B6F2-4EBCE5CFBC0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9095262-0696-C703-21DA-08F2CB58655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0AC0FA-CB33-EF94-1C55-EADD2CAA454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007864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492EC-8392-DD30-28CA-D699C7991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A25971-1CB9-0F66-9C84-324BE71E0D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7, remaining 457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8E30B1-FB09-3A55-4174-B196996DA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A48AC0-A535-73DE-7897-8EF80CECD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C66F41-1EF1-31DA-DDD3-221E0CAB2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064CD1-A5E2-10B3-7D3C-4208607C89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85FBD8-D994-4E1D-7DC9-9AAD3D8A6D3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AC3715-9CF3-4D49-0ACF-70918A1E3E4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B73CFB-400F-516A-A49E-4D3D13DE4CC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E9AAB8-C198-E56D-8781-8989E90186C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E12274-EE93-C327-F2BB-89BD9C70B9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DD468C-F6BF-C3F2-FAB5-C89E9F061F3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9168FE-D50D-492A-DA91-9137B8C06E0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2A402B-DB86-E6C9-EC8B-DA2B96B584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6EBF93-D814-C746-8A36-0D433455BE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B8BF3B-0F4E-21D0-266E-7BD0AA9352F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36C175-E21E-F135-A649-7A656C7EA02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8DB280-5517-8D01-5381-369AECE987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B7A004-789D-51F5-846A-F8618E3D1D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68C68F-F4AD-DF14-4870-A4A6BDE0004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23DBD0-1114-D778-33A5-116E90C0FBA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E30713-CE36-95E9-90CC-FF9770C9C3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8B0A55-9189-6FF3-C1ED-C6D616DC7D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AB7D7F-956C-0B00-1714-1E27FA62261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7A30E8-BEE1-FFFA-217B-1746C802E53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363EF6-9A9D-FC34-B044-977B8C5A86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FB6EE1-C11E-DF12-84E7-AF5035011F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A77E83-4C71-67C9-CB33-4AA1F902A8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12A94A-5450-3A0A-F430-8C9E33F5923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43EA0F-082C-1A4F-2549-7F44F4F91F3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C0E017-C384-68C9-5AAF-B29CCE8D4D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9B04E8-C42A-816D-D789-66D44CFF3FB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309D53-D48E-E536-E665-AE8F66F99A9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9E883A-7D6B-8FAB-D2D8-400CE3F54E2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0C5A38-D670-DD44-3DAB-EFB1746DF2C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9CE2D7-BD50-8615-3CFD-06F097856D9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3874BD-9056-40F6-213A-1EF5B97DFF4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78092D-4BCE-CC47-19D9-48DFBF3592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BAFB695-E2F1-53E4-547F-47F39F2A8C1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351F97-E6BF-AD1D-7DCF-19FC404F203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1EC34E-4B16-C170-D902-BBB821B222D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799BFC-8F19-6BF8-8321-4EABE02F1D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7574AF-7AEA-4255-AAEE-7A8122BD4B8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8FD27A-1B25-FD49-9110-9C5DA0D5489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A78B4-B1D9-14CC-92A9-A6FD4F8390A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97FA99-841E-BC68-F163-2748EB0A92E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339D415-ADD5-87D6-3DC1-DAC5A8F4BF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2ED049-7CB8-1F8E-371D-09DB77D9C80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F6753A-92F3-54CC-FBBE-579EBECE4DC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1B1CC0-73CE-E120-DC99-7213A54443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6FF42-4474-4C22-C45C-F2CCC9E85BD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C5B1FD-9E34-3205-081B-FF57F9479FB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138795-5F38-2F31-3342-A7013AE3527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0450DC-4CB7-1E63-F848-30EDB8BEED1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F603B48-E5BE-A6C3-D3FA-8F9F0069C4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9C441F1-2B07-F4E4-5206-D038451D8BC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CDBA308-75BF-73B9-A14A-680499356B4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1B6BB-1435-5DB6-D3DC-23D7A983FC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89D77-54AB-C068-C36E-C998419DEF5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120BD6-228E-D06D-E175-48845B462B6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02C40C-9F8B-F7DE-38A5-CA6855AA674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7D8E2A-11BE-8DF7-159F-BF3468190B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48BD8C-4617-8B7A-CDC3-99C20C82FEC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0CAABE-0203-F689-B700-05B75771DDE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E1CF97-B7A4-55FA-4BDC-E44A108CF81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9A1DF6-BC0E-2B41-DD81-508A0D42160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036268-22C2-67A6-0260-9B98996924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35A0A47-DF05-D298-5263-66DBFCD1D16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9700DF-ED5A-C02F-BF26-CAA735AC51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427858-0AB9-92BD-B849-34483DF17E2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EB3B22-816B-8360-BB23-9A5F823B2C1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E45611-DFE4-E910-8B74-984BB7C38BD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FA7128C-676B-B390-5C64-0FDC8D853B6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397230-053D-039D-BD8A-ABFAC6CB73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EEC65F2-285B-078C-F9F1-188CABAC2DF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2C459D-BF0B-A603-289E-A927012F7E1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E4DC23-0FDF-7B4E-959D-A6CE49423CF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8B2565-8388-9DCC-FC3D-D235E185BDF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297CD7-D1C1-80A7-1DB9-5AA21CF6F7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D24C2-3AE9-FD42-9363-660161BB277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310CEA-6BAE-52C1-D760-7C18A7A8EBF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BB7185-ED01-BA5C-9F4B-20F802A5A6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081822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71E49-41A7-FEBB-92F4-1CF516BB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7F7842-B10C-7C10-ABA1-683F476A32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[21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8F6EC45-A32E-FE25-EE8B-8B95FC541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9AB49C-53B9-78C8-7652-04D051FDE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3E7F6CA-7937-D3A9-7D38-B54317670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2E54A2-7E41-2498-34E4-5BB525E1F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C3E4B1-DE05-C91C-CA8C-BCD69F8F61A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B060EA-4C15-A7F2-1E12-509601457E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40F172-4253-BA65-FF03-8F6B7E80BDB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D17E0-6CA8-B56A-E7FF-E997072FCC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01629-45E6-0AEA-771A-129347CF6A7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AF233F-CB79-9B3F-4F66-5A0635BB1B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E82834-AAA5-617C-4C73-9193EAEA73E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32FC90-3286-3912-6528-DED925BF371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06CD58-95FE-8C60-DCC8-0C613978E5B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E1316F-E0D8-73A2-DD22-AD81D292A84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0D403D-1FDC-F6FA-B619-904A8A9F3F8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535336-CC2B-603F-F208-62B3E776CD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DCA5AB-85C5-A9B8-45F1-17213D3CF3F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782801-C42D-EB6B-BAB7-642561C97E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8FADFC-9DD9-2019-AB08-E2508554461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BA6D8-D889-F342-8075-9A3F9E9BC09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C0C8C2-B9BB-B8DD-9705-EACBBAA849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73E0F3-610E-0F72-3052-01D641AF99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7EBB14-980E-1726-B7CC-CA5C96D87B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818F41-4C16-334A-C283-CE6DE627EC7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CD5328-C810-93F7-FFE6-54DCF8E385D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9C106D-3CDD-F863-8323-B1757FC00F3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7343ED-5B8A-5C98-6358-64907DD7C5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A8CE74-CFEF-4C7E-CE0C-AE392E3B8B0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C4D88-58A8-64B6-ED6F-249DB30A56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B1FDFC-ED46-934C-C1A8-5A508C2C53E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8A8C059-04D4-CD67-8852-EAFD42232DA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F8B452-FC95-A47F-552D-1120D9258E9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E39A28-3621-00DE-F182-20050CC69D6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64315A-A222-C5F5-E2FF-0B3E7F2B19B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1B0C937-4F7E-076A-795A-8FDF7345DF2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B630FF2-89B6-1E1B-C845-47153373182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208C95-CC17-6EED-6B55-F052FC96BDA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57D610-DE05-2FF4-F920-3A0CDDB4757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A4444D-5CCC-2719-B107-41F5DFC7D78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E1EA99-3EC9-A26B-99CC-4162B93A2C1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E872D04-1675-7B16-72CE-19F7B64509C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C754AF-CE86-120C-89FE-4922831222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BC1900-1114-DD38-0F2F-0239D024591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53017F-9131-0408-4F77-B5B8DD65233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ECA1E-FBE8-EEA0-953F-054CC4A1C31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5D6641-FCA1-2543-8033-3F3050F77D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BA9EAD-6E6F-2C7E-9B32-870E596F97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C69A03-600F-584E-78DF-3F6584E6391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866A2-48FF-5CB5-A9F7-88CB2E6E7EB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B2DC56-EE60-19C2-0D98-D4EBA0F2565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06BC2F-F661-5467-1740-57538A4B838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871A73-BBDE-98D4-D030-57602F6E960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82FD18-FD49-24DE-7A2E-38CBD7D30CC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E3440D-71A5-AB95-681E-17BD3314A8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B63B68-A772-17FD-8411-77F5552E276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3D8CD-7A88-6321-7DB4-B302242F2D2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AB0D24-6CE4-141A-11D5-9DB0F5BE08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23B95D-5BA5-1179-B913-F4A7CCB2261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6328B4-6A2E-DAB5-47FB-152F26400CC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686DE-E8F1-F283-E108-66B7D919A1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122446-35C2-40C5-D4B8-14F596B695A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F81273-9316-8471-B640-8820F5C8A60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F2E8E-EEA4-1829-98B2-FC4A472D8E3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7748E5-1D2B-238A-E2EB-2C824DB7BCE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64AAF19-13D6-7413-0145-63143BE738D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B21DB4A-CD09-FE4F-2E7D-A880FA443A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8AD778-AE85-2312-90FD-1CF5FE148E9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6A25F5-A0A4-7BC1-757E-AE859B813FB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A3CCD0-8EAB-DADE-DEB3-CA8C15AE8B1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36E517F-CC0C-89F8-6ADC-9AB64FD3A82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ED4BCE-EFD5-3ECB-A623-34A39CC6A8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880E82-0DAC-B607-BF2A-D8E2CF62F0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36BC6A-8B9E-CE66-CF92-699D5040FE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DAABAE-C677-C0E1-F511-8DD24D34051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8DD7EF-932D-EB07-3D0F-64FDAD2AA62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5A91DD-39C7-1B3D-552D-E3F5D8F2B4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B2FF4-8367-C42E-5760-F6293E394C0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36E366-5773-B79A-B1FE-D7F2F5F69C5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1A4986-B1FA-CFB8-D58C-717A63AA0AA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CE95A5-9FA2-51E0-75EE-58A12B71FF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545932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2B1F7-187F-DEF3-EF22-619F77499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F165E3-49FC-2842-236C-66A99CAA8F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7A68ED5-9BB6-9443-D64C-90F25990F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164C9C-32E1-082C-01F1-ACB20B67C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76AFCC-6FFB-05DC-7655-60E1C4758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3C092A-33DF-B7F3-12C0-9A24E2500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EB5714-D00A-92F8-B335-B1B9C030D92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91272F-5203-8FE1-24FD-84003E517DF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149EB0-BB70-BF81-F700-979F74AB12A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418E77-55B0-FA2C-F1E2-20358456154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E34945-4C0C-F1B2-5D43-0BCCCF18047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84C1CD-094F-7FA5-321F-E6A82673E6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72D752-DC19-1056-AF5C-A8E7C33A08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317F1F-44AE-EF54-829F-8EBE4E81F4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5AECA1-9277-53EA-C4C6-D6B0167125F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FBA000-A5A0-4DC0-5BC1-8CCCD88DFAE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B33EAF-879D-71ED-CBC1-29080B034DD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53A4D26-44BF-FDEC-8A72-D048E8E416B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17A0D9-7A37-C848-831C-57188E0517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220BB00-ABF2-AA76-81CB-BC03DB10EFE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9DF4A4-3F2D-BC05-A73A-B2DC6B8DDC4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7956E6-21C9-E31F-8BD7-AEE5F83DAA9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5C87AA-4B7A-2951-EDE4-42177403E87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F528D4-94BC-00BC-1E1F-37A3192A324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C60EA8-CD9A-E1B8-2596-0C356591CB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0303641-0DF0-FC94-4F14-74C25C43E4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E1C364-46D1-8AF0-7F67-1B599A97E4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F8469D-F329-78D3-E7AC-7DF9BEF1B7E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A0AE1D-9E33-FBEC-1C3B-B0CB28108D6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2F5E5D-DEC1-96BE-EBF8-0C5DD340A2C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88D24D-BBAE-BC6C-E4E8-8F836FCD78D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FF3139D-F9D6-E395-941D-DDFA8C6037F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0FC461-926C-4B67-7557-CF0017734E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3B074EE-1670-D912-94EE-0D520D37140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AA6C29-3B39-B96D-9080-3FCF375EE7B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9FA7E62-E60D-52A4-70E0-D3EBCDE484B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2291EC-2826-68E2-1D2E-AC5E1BFE87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34F94F-A5C4-AEA6-E0EB-05067AC6FA7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8E71E9-4A3B-C53C-3EAB-26AD82AAC6D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BE62EB-6E21-F443-B0A2-E2B168FC627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B85A2D-63EF-D2ED-6AED-287040AFA49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FCAA46-D9B3-575C-3403-722B12B2BE6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0A8EB27-3B50-F0FF-4BB4-35D655A2249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69CE6E-0830-8162-6BE1-07C4B2B84BB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30A305D-5D0F-B142-1A3D-A77610F0A8D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09B0BC-4BB3-24BB-0691-D34EF5578F4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E13296-5AF4-D0CD-949F-39487BBE1D6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37A53D-8C34-4669-ABAE-5CD4C5B2994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68CC68-AD7C-251F-67FB-A929333604A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00B80-E86E-31D8-69F3-0A77F61CCD4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EEB682-950C-4556-4ACA-64BCA2BCCCE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268902-3164-EC47-FDAC-6AE4FE920D4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6251DB0-5344-A450-329A-6F5F558F245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B6D7DB8-EF46-44E7-8961-71B24F274DA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F0FB4-349B-4B4C-A403-97064BC14EA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C80535-FA74-449A-9293-155A0D5AAA0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410CF-8F1E-AAF7-03AA-3FDA218F22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36BAE-8109-79AF-B469-167C7C58FDF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56B5D-8770-185D-8474-4C1F2672F9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DE7085-00FF-3196-4830-A5C796AAFE3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A5C711-05A2-C33A-5398-A27D9253B3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E43884-539F-6DB1-AAB8-54B980595A4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2566EB-4A57-EE93-ED14-4AFA6129C19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683ABF-C0F6-9491-E0A2-7D78A8E27D9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B5993E-431A-3B58-38E5-68665983DB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A20801-A4AB-9AE0-78BB-50922162D33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11B984B-5FC8-FA51-2373-E5670633D51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E20BEB-9FF9-6A6F-A8ED-63E999B508F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AE0A9E-5BFA-572E-20BE-E3AC26D9B8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EF38614-038C-086A-7605-83B1131E748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8965F8-5D42-045E-6FDA-006914E6CA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59C8471-CE82-D411-CA23-CC580FDF3A3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D06648E-4A7D-504B-6624-403EB3B246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853210A-2A82-01F6-7D94-C37B7EE6D6E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3A3263-541D-A12A-82B7-F5FD67A187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DFA06EF-180A-B1B5-856B-EEAA034F19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8E28A-37B9-8D8A-9009-DB4C25C1E15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108900-7F66-268A-7AD8-6604D38F76D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B5CC1A-FAF3-63B4-349B-084F8CE33F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CE67A-49FF-799B-F746-9F22E6641EE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256AB4-4753-8FE9-519E-6CB5E366325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324CA52-B76C-8FC7-411C-A081B4E9264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897407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D6D3-99EE-0043-E5B2-E45BB4051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9F9B34-E8FA-0FF9-C59A-AB2135EB59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9F09CF-BDC8-AF20-020B-28D0AA61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101F1A-D308-BAB5-8CE4-1936E84426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2E0961-57DD-C5A1-3FCB-27027A791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A50EA1-AC02-9D3B-1B36-BA80F5B809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B9FCB15-EA8E-D14D-E4E5-495C271CE2E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F5F270-5713-0697-12DC-163DCFE2136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2F6099-399A-5927-551E-65A75C394B3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A5A083-3C6B-6FEA-BE12-C5E556C0F98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DF99E0-4CA5-488A-7D4E-8744F1B9D75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75C90F-D26A-5657-9740-60F9A2EF6BE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7EFA7A-FB74-D566-A100-E3E2ADA19D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215402-068B-905D-A5AD-0B0738A0FA1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178237-BF96-0350-9D94-89E609DE483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B2CC95-2472-341D-2ECD-448D367ABDE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378A58-023D-8163-C010-2CC8212C32A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4CD1A3-D919-D136-E93F-64D1B3E8E25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1170AE-8649-884B-3C2D-32A8B0AE89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288B19-C026-DF4D-2CC4-A01D2F96AE9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B72D07-E427-B5D3-2BF0-0B5B3A361E4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197095-D91C-7189-B72C-7F48945085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4B96ED-33D4-7100-B406-89558E60E1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2F5E2-A5F6-8029-EF47-2C07FD97F7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BBABF9-52CC-C9D0-7A84-EF15FCA9F0E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A7DECA-04AC-1F07-2EED-6BEAB443F51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A48553-0BED-0620-80F3-E49FB8B1A68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ABBBE3-A230-E5E8-11CB-92D9C0C492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73F14-CA7B-53CD-AE9B-173760E9BAB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6CAE3F-E2FF-8EA1-AF4E-649F5F8A12B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6C42DE-E58E-6069-250A-CC17A09FE78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A0567D-9C63-5DA9-771E-8B2339A9C0C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69C397-0DD8-2FDB-55B7-F7F9826BAA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F61F91-DE20-5DE0-34AE-241A95BAD47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FB7FA6-83A5-E42E-A657-B4BDF8939E1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33A0E5-14D6-B305-C1D2-F9A0CC2E674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61882E0-25DF-2D4F-95F5-ED1D2BFC292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7CDD2D-2039-19F3-1CF2-E949379AAEB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657006-2BF9-F75A-4D72-611440EC827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6A2D39-F0D5-E370-94AA-09881C62247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0F082F-DD09-4729-233F-35D5BA9AF97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9143E7-8886-7693-DCCF-CEEB4857BC4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700DD2-1F82-CA0B-1BE1-5F0373F4805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20A4648-3DCF-E7F0-A941-A22D43D01B3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E9C13-48BA-1A9C-2985-423FE070E0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0ED2A8-8848-87E4-2BE5-39098152318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2E33313-1FE2-62F4-92AE-F59F16D6D40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244776-1010-DEA8-9900-217F7A79CDB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B063C0-DE9E-57C0-3C53-AC7334F317D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2524F4-2115-BB54-5C52-4F009F23667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63E988-9570-67C9-5BD5-2AE0DC08C22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8E5CA8-5B02-5ADD-D577-A408B8FC96B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5A1C01-609B-369D-7751-7EB0B8F6599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9042D-FAB6-9D49-8536-EA37C8ACB7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96915D-928B-6183-974B-DAADFE9E55A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AB6D83-CD87-F107-B78C-228BA92D4F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5A9F5D-34AC-EB12-E8AD-CA75D527F64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7FFC71-5EDE-13BB-2EF5-B038F05CDC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185A9D-D088-90EA-D9EC-74BEF5CCED6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D6EB37-6BFD-910F-FAA6-CC9E29A8632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487D33-5ED9-5F45-2D07-AD36FED0301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77DED3D-7142-C7D3-5EC8-FE05FD182CC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B81187-D864-6B6B-AA9C-3D59C466BE6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996D74-FA3D-52E4-83A8-A1DCF3EAF7B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46C9A9-D58A-60E9-0015-D9265ACB3C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35EE595-9F2D-77E8-4A7C-BC0A509B3D2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4A3FC5-AEE5-ED0F-74F7-8E5E911B2B5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AE44AD8-616F-ADE6-31C2-78E814B7BA5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E707405-90FB-C53E-8E67-2D4565007ED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C69A0AA-9B73-E281-F6DB-E6801E15AC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79B3E6-2A47-3DCA-8183-491E4AC44F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97B8F6-BFDC-E55C-9CD8-E61B20FD225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25CDF6-11C1-DE56-0B27-D4D1264BBB4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D99B40-1D19-08C0-FF46-FD7039F531C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0139B6-5A80-AF71-C7AC-EAEA870B472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241D7-84E9-8348-7D2B-4CEAFFD5CD5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1A5451A-2634-4EA1-E4D8-36ADE52D553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BCDC22-1E54-8A2D-86B0-775CF062E0B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A21254-8206-499D-341A-FF2638E6B52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158D024-FC6C-EDA7-46EC-72DC9B34B6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6D14CB-F7CB-A9B8-68AA-6662B3D8E7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1970669-42BA-FBD3-5860-855B55A1745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43579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579E0-C46A-3B29-CCE4-4CBA0F9D3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F3BC7-269D-1D4B-051B-B54F3FA3F6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5BBE3C5-AA16-CF49-256F-7BA664F9B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ECD3934-52A5-87FD-E639-53E18D46F9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810AAA-6471-EF17-12B1-4B624861B7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C65A6A-EBE7-B8C8-F7E2-6E45D48CA4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36A655-0DDB-1B92-E72B-30FA9D167CD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54C3-2917-5747-80B1-88ED47BFF4B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AC4992-3F14-C272-28F2-00BFAD6B2E7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859C93-DE3A-6CF4-864C-08C54D8C76F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434750-B06D-5182-3035-0F7A1269798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4BB5E8-55D6-5DDD-38E7-BFECE57AF4E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2C98D7-5681-03DC-CE45-EA710CF66AE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736798-AF37-AF1E-6E91-CF69587C546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ED8BE1-A656-85F8-B071-F019AEA22C5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A49655-5A92-C44E-D92B-52712325609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4ED825-98BF-41ED-3F9C-E30399653A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A0D4DB-A822-3EF8-E7F8-57B7B452770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53CE89-170E-5D91-0806-BB389EA0131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44AB38-85CC-0ABF-F7BF-D9DF8239D29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1D1099-5442-DA3B-8469-619877A359A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800CEA-D58E-707A-1F7A-46CB999F66D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0D9271-5F49-F4D9-EFF5-25B00F322C4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B0FC0F-749D-8AB4-46BE-DC68534B8B6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7F730D-9310-E7A0-260E-4D9C162A4D4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71BB7D-5213-6206-D8F0-C9488D5A5E0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E9BA32-0681-C037-80B3-BB61D857CEB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31EC07-8AFA-F201-33F9-861E4F5930F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8A68665-566D-E9BC-7584-8231A7F4EF6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ADF324-6F24-103A-BEB6-452A3342409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BC5254-64F6-BF55-72EE-7DA5A22025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DB26CA-425C-12E2-32B5-CAC65AC3C83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B5C3E8-D654-E4D2-5D89-D79378D048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3414FD-254A-6981-3FBD-24A563020FE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FA7643-AB8E-19FE-D7EE-7D370BF2F54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6447EB-85FA-115B-DB75-C2668929672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F90AB0C-CB5D-03F5-5B78-E3E08519DB5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56A9F1-F9FB-2D4C-677D-8C8D15A3D46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471CC6-622D-3012-6475-129CD1837FB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80E741-F3ED-420F-169A-7DC07A8A5A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12A49F-4E1B-CEC6-18EB-1BCF3793FA0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2C2127D-5716-652A-EB12-832DEECFAD0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968D4A-6D0B-5E5D-53A2-265657F5DFA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2C5507-4FD1-E236-3CD9-26AB423EAF5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3D715DD-4521-29C0-6578-EDE0A23340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0C4EE1-6E4C-54A9-6F39-8F40E8C2E2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50AEF9-1B65-B618-4A3E-BCDE9ED0455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0825E1-55B5-D118-F877-77BC49D2AAC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0A606-927E-E54C-9AEF-EED623704D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3CAEA8-F68A-983D-54CB-0FD77A4894C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A88CC1-62E6-5FC7-D359-DE74F10D59C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795B73-51A4-C39F-72CD-0727ED42AD2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59E380-F04C-BA17-9971-DEC8EC0773B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5AC1F3-D2CD-874F-6F03-24797A7D910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E3A47D-76BC-41C0-58C5-BC38DAF6A6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DC053C-7000-B9C8-2711-72978CD979F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02B86C-6D43-CBCD-46A8-6EB4420C9DC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8C0157-B43C-CC46-E375-FAE6F005119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ADD486-AF8B-564E-C849-41B7511BBE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9E5A857-DCC0-02DB-0CDD-B153A84799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190029-269C-3984-4378-DEC9D86C865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7CE70F0-2A6D-60BD-9FDC-4E0B8EF5A7B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7AAB9A-8A4F-831C-0B5B-EB6665288A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D33D30E-47F9-2B1B-D615-DF73C7E0FD1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0041AD4-F189-854D-5255-B3A708C9E61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731ACB-5389-FA54-E8B2-47BA4B87118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2F3DB-A54C-D533-BC37-8A641A02C67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9C01BA-4548-50B0-5338-84954AEEA90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5C0388-D75A-7CBF-0B94-B02E23FDFF6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227FD3-AC24-D1CE-792F-889B4031913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F5BC73-8517-0F2C-D3A7-14BB7278509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3024BB1-0983-4056-BF41-370D56FD847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CC7C46-D833-74E2-E15A-11A4BE421A6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8E1D1F-C608-0297-44F2-3100255429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48A55FE-A72C-B813-D949-E57BBD529B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F16527-C315-2736-9A94-C08FEB2D488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B350A0-DBD0-A556-396A-612B8975523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345FA6-5916-4BBB-3A83-8BD22B8D8BA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66CABB-06DD-514E-C46A-DA75AE42FD0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85339E-F685-B3D7-F781-443428175A1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5F368F-F9CF-5474-B0B7-FD75F06DA01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3730C0-89EB-B8E2-4A03-C0D217ADE26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72045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10238</TotalTime>
  <Words>3092</Words>
  <Application>Microsoft Macintosh PowerPoint</Application>
  <PresentationFormat>Widescreen</PresentationFormat>
  <Paragraphs>2495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411</cp:revision>
  <cp:lastPrinted>2025-12-02T00:08:17Z</cp:lastPrinted>
  <dcterms:created xsi:type="dcterms:W3CDTF">2024-03-19T02:13:08Z</dcterms:created>
  <dcterms:modified xsi:type="dcterms:W3CDTF">2026-08-29T10:02:24Z</dcterms:modified>
</cp:coreProperties>
</file>