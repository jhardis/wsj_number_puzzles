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51" r:id="rId16"/>
    <p:sldId id="544" r:id="rId17"/>
    <p:sldId id="545" r:id="rId18"/>
    <p:sldId id="552" r:id="rId19"/>
    <p:sldId id="547" r:id="rId20"/>
    <p:sldId id="553" r:id="rId21"/>
    <p:sldId id="554" r:id="rId22"/>
    <p:sldId id="555" r:id="rId23"/>
    <p:sldId id="556" r:id="rId24"/>
    <p:sldId id="557" r:id="rId25"/>
    <p:sldId id="558" r:id="rId26"/>
    <p:sldId id="559" r:id="rId27"/>
    <p:sldId id="560" r:id="rId28"/>
    <p:sldId id="546" r:id="rId29"/>
    <p:sldId id="561" r:id="rId30"/>
    <p:sldId id="56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41C8-3B55-ED1D-AF9E-F9688471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EAEDF-B08D-5161-F909-DC2FF2A0C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95E02-EA11-EF5D-C55B-29CEDAC1D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405CC-C453-A243-66C5-E9FC13BF4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48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CBBB6-C22F-9B19-A628-5545C9EB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F64C5-9D7A-2B31-5A81-90E0F82C1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DE6F2-60FA-C9CD-7545-12118B674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2F21F-150A-DB43-E7A5-C36DF07AB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80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7C42-2F51-941B-D092-5F54370F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9F577-E60A-1195-534C-EF568B24A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8D01E-BBA8-2167-81B9-694ECD1AE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84757-2038-A712-3744-D0DBA54CA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9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4795-7800-F15F-3DD9-75704663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9D409-2BE3-04F5-C3B6-69B55DDBF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28E8F-24EF-13C8-A426-3ACDC93E3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40954-772F-0019-CCD7-04FDFEFD8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15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BAFF-795D-A21C-A1BE-0FAACD42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F26C9-BDA4-CE6F-6B69-71F7CD82B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29C3E-29F2-3C98-7E0E-5BF3C9FDD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D9964-A483-4C07-7F1C-70F0A72FE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16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1F06-6F10-FB42-2875-A42AAD27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79F1C-6D66-4C9D-8C09-93EAD86C6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A2748-CBF7-5645-F8D4-73051868E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F2B4B-951A-DFB2-4E98-CCB6A1E96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8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ECAB-2691-8591-8AE0-CCB13F37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EBA5E-4B32-B62F-D348-53F657161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E026D-3942-7F76-B42B-412B5E83E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A36F3-ACDC-8AFB-4BDA-6DF756D73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41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888F-F1F5-D1A0-6FAB-C2D40BCC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7E107-91F4-915E-5EA0-FF0E64823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17DA0-0727-A60A-FDC2-BAEFF9294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7DD49-D900-C3B5-77EA-E96115697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36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2284-8A41-DBD0-1EDE-EBBE11A3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0A9E6-DE14-BE6C-E135-F4611E12C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FC8C2-9B79-B994-7816-450EB7B03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3FA49-1D26-93A4-8669-0895603EE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12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CB9E-1B0C-3007-042C-EB54BD21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97E23-2D60-6B46-8380-1C2AA2389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26801-EC4B-4482-F591-FFB102BF7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9225A-3CA2-CE67-EF16-65492DC9B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5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948C-770A-068E-C9DA-BC14BE09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94C30-1587-62E8-1B2C-AB81FCF44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2628-6A70-4852-2599-6DB54CCEC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A96F9-F5D6-7817-1A20-B0F2CD7ED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07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4FC6-10D7-BBA5-F0B0-3E449891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FF10C-CA15-8DD5-5465-DD0C1FD44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D1428-BF68-6EBC-129A-4A27BAF30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58E14-C3F2-F254-CFC6-42CAC2E17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45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28FC-ACBC-DC70-F8E6-87D4CA70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D7304-1AD9-8243-2142-A1A532F3D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C4876-5126-58CB-B8D1-4C6D60FBA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81C9C-ACF4-03DB-D44E-A8A725124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72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7886-6EFE-9037-EFC9-348CFCB9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739ED-047C-D820-5879-E17A7A9D9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0AFEA-872E-6010-01D1-4B4D6A400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E98C9-64B1-E661-4E9B-E03C3CA7A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50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CB76-31C1-CBCB-88EB-6134CD5E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30CA8-C0FB-53E0-C496-215871E8B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C5E40-195D-6AF2-F187-23D30AE97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E447A-046B-799C-FBDA-39F93E1E8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04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D356-A4AB-FE9F-42D5-233D46FC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BC862-F519-81B1-8005-E0A049A05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DE3CA-A2C9-3132-8CA8-0D33421F4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C2976-D8DA-0BBB-DB5C-D1E48CA4F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64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D1B2-BCC4-6EC6-EAB1-E7BB6F82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E4DC4-D8F3-9BA7-0CCC-F9C61FE00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713F3-3287-3704-0F99-7E7650149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41085-7DF1-3DEE-F3DA-FAC68277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39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81DA-9F7D-C147-3529-A68A33C1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24271-F9C6-5AB7-94B7-C88CDB19E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6B600-1D95-5792-54A4-C7BBD579F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DBF50-FA13-B58B-E30D-195F9A5F0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40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7B8A-2A64-E4CD-2699-FB14B7D2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727C5-8F4B-36F4-F7AB-01CCD12B4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09C22-7A38-D879-D236-317F3793C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B4345-D2F7-06BD-EFC5-B29DBDB63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314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3E5F6-B6F7-2565-8E49-8EF142AA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48FCB-29C1-5C10-8F91-E11FB3E71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15FF6-4E44-D0BE-9020-73671D19E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84BA0-8ACD-A5AB-6672-70F2D102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76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A791-0882-18C7-9345-153BAAD5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C23BF-FE8A-9415-BCBF-4837F254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58F6-C842-609F-5EA2-77E0C076F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CB377-1C6F-44B0-6048-7262CA724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97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C42E-FD27-4AA5-DD64-957C8841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60A97-1D6F-0CA7-7D4C-E1C4096E8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80945-A224-7CDB-D1C0-D47AC2BFF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05DB1-96C9-B302-1EAE-51CC846C7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46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D28D-8F00-7F4F-BDD3-983AC9F7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761A1-7021-CB94-7AD0-BB715E7D0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72B48-44C6-4745-3C4A-D8CCEBF64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5F3F9-E216-3D4C-D628-B28D4B8F8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99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627B-C9E9-F16B-798F-BCCC6A1F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37EF4-9805-C10D-B4EB-BEE2DB4AC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B2DE6-E8FC-4AB9-10A6-5822D08DC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BFDD5-0787-DD27-20FC-51BAE313E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145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06D4-59D6-DAB0-1ADF-887C1151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4F508-159D-AB45-C488-FE2ECF090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FC8CE-E9D8-5CD7-B613-480CC2610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C6E39-4782-4D7C-1E0A-C92E67916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786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A896-3BD3-C3B4-D5DA-2DB8D11C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93998-F625-E27F-DC76-4596DDA7E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F6EAF-D4C3-8560-EF70-7117BAA82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EFA2-D305-0644-30FF-80410033F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439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F0D3-8CBA-8E29-ED50-F1B03EB8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9579C-3557-CE1F-0BF3-3556CAD85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669C8-28B3-A599-21B9-628D48EDD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C9C7D-6ADA-6E36-B37D-3F75CB969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6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E954-D910-0313-F09C-8AA1F306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7758F-FBE2-22CE-9D5C-959E777AB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DDBD7-B7C7-3254-98BE-5D0E2D177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38DF2-057F-0F52-D4EA-56A316FB3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6477-50EA-4004-FF50-C101EA7D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6D27D-778C-677E-44F8-47B54F52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C8DFF-E0B8-0646-AF29-1D3E57F4E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563DF-8CE9-BD66-EFA0-1A9F8756D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00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15F41-3217-A95C-AF19-B14B2DC8C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35004"/>
            <a:ext cx="4543224" cy="50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C386-9CE8-B613-F562-F8BC7DC1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235297-22EF-9267-892A-D6B32202F2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center block, 45–(12+12+6+13) =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68A33F-AF5B-8257-07DA-2BA2C1DD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A2D6BF-AA6A-4A5D-356F-1857707A6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38B4DA-93C7-09DA-C5C2-A1A5F71B1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B80E32-6937-05CC-91ED-4741EA651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27373D-5503-EC71-33F4-AEBF5D9730A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849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797C-EEFE-B265-7925-0B7C22B4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04BB4D-04B9-A5F4-A0BD-A962D91021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those cages that we can (all but 9, 10,11).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E79A0F-A79F-E67C-AAC9-66192B7C9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79B3D3-27FF-8049-2109-F5583F93F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A750D1-0B4B-55BA-2FC7-E732B629B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981271-6C99-7365-E76E-C10684474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5E84E9-D2F0-EA84-75B3-19CEF589DE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11426-6030-AEAD-48CB-D09A10EEDC7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6C6CF-27AE-F9D1-CEFA-46289A0860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9C0AC-7A19-ABF2-29BC-8DAB462AEC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B548CC-0536-FE55-A6DB-2AB24D58BD7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8A11CF-6B99-93FE-DD42-0219EF32866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CB1A53-8A95-CD41-B20A-E4C4669261B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CBCCF-5F72-F24F-6837-B83F2AEFDBE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B1666-B7BD-7AD6-F08B-43F91D1BF80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A16CE5-4EAE-A509-6BBE-4B7EB750478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F70B0E-5158-6CD2-7148-BC4996E4E8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FBB908-903C-E022-DA71-96960FAAE47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06068F-661D-8A37-0D99-A9229F89783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E2E079-695D-29F7-FE9F-45FD4C4A0D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C59677-EB73-DB03-515F-2B67E2FD039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B711E4-5C47-8FC1-1A02-BECAD1094A4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8C7130-14A3-AF7E-3E98-0CDC040110F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C9B32D-5D35-7552-CB3A-BE8BB9C32A9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6369A8-DA14-5070-1212-57300DDD94C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CADE59-F18E-0133-9C2F-4F57818C9FC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4F2F44-1B4A-F3E4-01B9-C8760100190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B47479-1072-290B-52DF-EB2997DE0A6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586D16-2DFF-EA69-09BF-2988071B398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7DF279-9078-DB68-8C24-EA80D1EA2D3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73D905-022B-907D-1474-7ADC9A71E9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F395C-6520-8D23-9AA2-E036210F70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D9246-1A00-0614-C688-E31CA9D510E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88D528-2362-73A2-75DA-FEC3E9D7413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79D150-0A89-90DB-96BE-30E8EE5840D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42038D-946B-7095-8F2D-76B3450F635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741F82-9832-0565-BA5E-FF20FA55595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38D383-E2C9-5CE7-C330-946CC219AEC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CDB768-79E2-5016-9978-35FD1CED94C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0873F7-5820-8E5E-5DEF-F66B027DE44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B35D81-CD24-843A-5213-2E3C593F1E1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858D61-D7D4-7A4F-EAD4-106FEBBC614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6F0CD1-66FF-2273-4F08-637FECAF6B9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16E01A-A1E5-1BF7-DA89-AD0A6D43273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2A6200-D072-63A8-AF0F-EB4213D357F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455047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3F6E-CED1-516F-4F69-911DEA2C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8DE4A7-DB4A-13E5-8036-18A522DFFD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2762AC-8028-2565-DA7C-9E362BC73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7667F6-2E6C-675F-827E-50CB86C46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D0643D-2505-934B-4838-A1094BF36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720312-C272-EBD4-C114-48C06B8EF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6D7C03-576D-CD12-A333-C5951D190F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04075-8E8D-1AE1-7C52-A18050EFEB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C0274-3C40-7F9D-E7A9-C8DD30B485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7E5161-E4D3-6947-56DD-CDCC4853CE7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88371-A578-58AD-DB14-DC562EDC675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950D3-8FBE-901F-7094-2244820041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2BFD2F-CD5F-2975-867F-D6B27F6B25A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2A5A0-CEC1-4C98-C0ED-E10D8186A24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CD4EBA-AD03-5C33-FB32-8F018D9FF8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1EEF9E-02C3-B9B0-3F1C-06886C46B77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3ADFCC-0019-E15B-61BF-5E9F16523C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EDD138-FDE3-129F-BA82-7795F061D1A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8C4EEC-63C4-2842-5631-CB48FAC2613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18064-23F9-B21C-250B-CB77BA4C886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37BA4B-CCEE-099F-6C5E-094E5B53FF5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CD6EDC-B812-5AAA-6079-28E7913545A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7DD150-3015-5115-E5D1-26BBBB9519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63352-753C-8194-A7F2-23A1FFB688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C4E7D1-2F09-E44C-1299-D1A5672164E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A9A9ED-F139-458A-6BA6-EFEB10BA07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AE5658-FAAE-E886-0B3E-8AF6102F263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538DA-E04A-CEDA-A812-56C214C4587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3A1C66-A33B-D7DA-348B-B832C55F491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06313-328E-8623-DD35-457143C31F9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61C643-2457-0967-E149-2EB9E589AA9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046C6C-AC47-86D6-D696-51AB63C612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95708F-C6D9-5E60-69F1-1829F6936A3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0228ED-F659-9281-B66A-A48ED0B3133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1CD61E-1392-522F-6830-84B62F13107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C71CC5-D033-5842-6283-EA9EFB6A684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B561BB-EB29-1054-3EEB-A2176FDCFA1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581737-57DE-9F62-2EA8-C7DDCC0BFF0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9B02D0-921F-DC25-CF24-240F747D955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EACE5B-6EB2-74DD-72D1-CB5F797F01D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F90E02-12F0-575B-B300-70193F9F567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1033AC-899C-918E-16B6-24B1C2AE103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4C0616-E428-10B8-8127-B114AB8A6FF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AE61D6-80FB-2F26-696F-F4C14358DEA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11341B-3F12-B06D-6CCA-BFF3B798222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107429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5013-5EDA-5B44-3A88-F4E7DC05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06FC65-E0EA-1DB4-9B56-C1278225D0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E9DCB3-206C-C707-701F-941D57A6B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09A2FD-EA33-89E4-17D5-EBD5358A3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349EA2-4E27-8279-4087-DAFD04B6E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B8B67C-E64F-26CF-4035-E863F4F34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437165-B369-3DEF-65C5-BB74FA4F52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6AD88-917A-8A43-AB02-2410F3340CA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B1D32-48D6-8CCC-9ECB-B97A5FA1BA8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E0453-83C8-7A0B-1D02-1169E327BC2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9EA564-29A7-5283-1A75-1E17A6F6ABC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428D9-FA0D-9CDF-F2D5-20927E7FDFB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CD8040-F7EA-1401-E7F2-AD917A3DC9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4C39D5-BBFD-D100-3783-22FD8C8724D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162FA9-FDDC-8D79-C345-6669884C4FF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B9A723-857D-DEA3-4E52-4752508FFEF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EF9494-205D-63B6-33B6-674DF696F75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DC4086-A0B7-DF04-CC3D-C8068651D89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9F98A2-1C35-82DF-59A4-3A94081E934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DBA04-8B67-659E-B6E2-3C7E23C2686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F8F3F4-8158-1EF8-C3C4-3163CBF267D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EE2C8C-E211-FE19-03EA-A2CD6D15E99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30BE9-6E27-EB06-6297-5759E673B53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BCA88F-DB96-2079-69C3-3F10CA6586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EF9C91-64C8-7723-FAA6-C43FA15522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349795-A487-134B-7433-001087EA87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27B529-057C-295D-7905-D4B41EF2599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979303-E481-5C80-D556-183DCAEDB4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51205B-1D80-00BE-2DD7-64782463DBA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DFFF2C-9BEF-1B4C-C75D-537CD77FB2C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BB6986-5E5F-3431-7B2E-235A52CD12E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F85BBA-BB60-4CCF-D31F-EFF105A9EB9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873F53-0DB1-54C2-A122-BB630F5E4F5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37D0D5-0DC1-9949-3E48-34723B3310F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32FAA3-8727-E05C-326F-4648D67803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2B7446-2A95-46E2-DE27-DBB40E9143D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A56AE3-EEDA-8AC8-A6E0-A9B62475A47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A20EC2-E261-7393-79E6-304D0DE3C5B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F86C82-AD18-C8F1-8969-8617405777B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299818-F06A-59D7-2C8F-D9EC801F543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F91FB6-F7FA-34D6-0DE7-02C2A612862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87BBD-86D4-5F2A-4606-599E660F01B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55EEFF-86E0-E751-A740-6BC23AE06DB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F6B49B-9C1C-9E04-5A83-75A2F4A59A1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C859C-069A-A0AA-20D1-8EB380F2F66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6079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C305-1AAD-9541-C54E-ED58F146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3CECF3-B6A3-2F1F-4197-0351FC399A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0B80EF-1270-6D3A-E4B2-18B4D3C2E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C39300-2E3D-6613-8C36-3AADD7DB4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B70964-0953-686A-029E-EAF14BEEA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4A2551-BB0A-F65A-D461-C62B1A39C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292870-B467-4FC4-4E73-DF91054E61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C2F41-7D81-0354-D529-58ED6EB51DB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26333-39DC-63CB-1B62-F1F6D5D0D9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2B29B-2A48-AD45-6EE5-FE6FAC0F9CE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DAB0B-F7B2-C1CD-B7A9-DB79AA86772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241926-60C6-4C56-C6AA-2CEE4F652D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0726EF-3BAC-A84C-88A3-C08171E1C05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093DCC-A357-1195-376F-C18D9F06A93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A101D9-5C31-788A-3A4F-C20C83E05BF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523C78-16C8-BD89-B19D-92EB8B510E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BA1713-F694-6A69-2C91-45AD485EFD8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D81FB0-CBAA-FE6A-AF29-F725A3C2B28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D9BC50-EC7D-B1F1-778D-B22CB86BA15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747D87-4EA8-5640-2738-7DADA3DCDA4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CAA034-4053-C6F6-5D3F-2D96D5BB68B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21A744-94B2-7D2B-2F45-E5C6ED88B9A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EA60E4-FBF7-B5DC-58C7-6CC144E3FA5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E8A47E-D7B6-5AAC-C264-0E80D9808AF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5736FF-C434-111A-88B0-E6FD36B7B15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9E5E87-42CD-F60B-7204-A22FE7191BA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9190C3-54D9-C6D7-AD13-17D092A787E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3318CC-A2DD-0E3E-3D6F-C808115FAB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3E5375-676E-02BD-3656-4E7B8513390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016676-79FF-18BD-F857-F41D59AD074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2C1D64-1A57-D3C3-0D21-8BFB9F07EA7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A45FC7-81FE-3D09-0D68-BE84067CD32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56C217-90EB-AE04-0080-EADD10F157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08B625-419A-DADE-A12D-3AF771BDF8A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9B22D4-2499-58DE-701D-16EF079CC51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DC18CF-C30C-8CF6-4EB2-435339B3B6E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F1380B-D389-D15C-177A-B8D8E65EA63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824A0-497F-527D-C77F-FAD280DDA1B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311433-B7C4-2300-B3A2-B51822DD720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32BD97-BCA6-32B7-EC03-4C81CC658B0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0CE03-17F1-DF1C-4790-99B7ADC6037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4D292B-C9E3-FA52-1091-AAA5FDD7BE8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C03C9-ECB6-D4E6-4770-2489EB3CFE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C9997E-E0B5-98F8-8680-21B69A6EEC8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BCE6B-2C55-37FF-9AB5-21F1217E49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908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0773-3982-EE37-5A0A-193A3B9F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E56180-C9D7-5FC1-51BF-3DA4625599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448C38-403D-24BE-CC76-44016B4AF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53B74E-1CCC-0B55-56E5-0CAA2979E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0926E9-0B88-B516-E96D-9F8F718C9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430C44-9272-2B47-C77A-AE4D5CFFF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2BC5A9-934B-EB4D-A78F-611B8803FA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7ED8B-186B-CC27-725E-537DC3531F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7F3B6-2C23-8044-EE4A-505C807723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E5F9B0-A560-3576-36D0-62FA9AA19D5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E98C7B-DF4E-65B1-9BF7-02409450A19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0F772B-7B7E-8BDE-A53A-2FAB435D4B0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B21932-4953-3553-26B8-6E5CFE14110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1131B1-48AB-7D32-8B2E-A58372E0E2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24A212-F2D9-4113-A38B-3B40ABAEE2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E850DB-CC8E-4420-82ED-CC59E0B0AA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303564-EF1E-40F9-705D-58634870A81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502F9-3386-CD57-7946-8CC870D091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F9BE2C-4F3C-978B-3979-979DB24136F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D8FB03-95E4-E84A-2EC4-212420015D7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39248C-14A4-888D-0DB2-12AC3A8CCD0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84CFE6-A05E-FE8C-7D70-5047AA3D47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2FBAF4-E17E-73C9-7B4E-43E9BA44B27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E98330-8DF3-CD4A-7E47-F7EA3259206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A47730-DFDB-09F2-BC90-33FBBA1F06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53BD9E-BF2A-7C60-0912-2DEC862FC00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350315-411C-FF80-E0E9-5342EE4CC23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D7ED02-48C1-F970-E19F-11B4AAEA4A7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D105C-2232-B601-E451-628FD4DAE7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661CB3-3912-FD50-75C9-A44AE1E3E35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6BAC99-1589-0FE3-7FA8-F9D8A975385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DC5DF2-EDD1-64DD-BCBA-D023AD9CD26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CF5AAE-06A1-3FEE-4CCA-7B6255DC63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6006B-AD54-1EFB-BD51-427027C01D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ACB35-8D43-EE74-9AB2-5390147A1D8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F31B1-7F43-CDBD-4457-CFAFE27B301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312E55-9B37-F77C-9672-E497A2DFA26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59D8FA-614A-857D-3379-7C0C7F3B73C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82F21-4405-898F-9DBF-905BDC25A82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82ED0-96B9-A69B-2CE6-2AF39BF4A80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E0186A-411F-634D-44D5-61E61AF277C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B98E42-2148-F8E8-F2AA-93DD02BA170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F3FE12-E9B0-201E-0DC6-C8A976DEF69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0D39CA-C3A3-6615-205E-6675772C0EB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889297-7BF5-E2E9-0BD1-07514A87683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755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9E89B-5BBD-526C-E127-D14AFFB3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0ED183-6163-C251-0EB3-4ABC737905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E4741C-A621-7586-EB20-00B5E75EC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ED551D-26F0-89CD-2F41-60D25DE0F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59324D-7EAA-A23B-2219-58FA49496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1AC517-7ECF-A891-ECBB-97820B0F8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2C4811-A60E-9C19-FF57-03ED9587AF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585C8-805B-C870-C1D3-F13B7ACC04F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49EB1-C5D2-9202-729C-8101809FECF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45EC2-5B33-BD04-BA72-3137A5DB141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72F262-BE7D-C0AD-6FB5-8CD6008B1E6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C12EAC-7D28-270D-F6CB-F7B0BD8B987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004BA3-6CA4-E894-3F29-ED0905CAD8E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5A6A8-42E2-B800-BD3F-ED107E05457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D8F85A-575E-2C5C-803E-6700BE57BB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0A52ED-BD49-4572-5291-BFBA36422CF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7FE7DA-57EF-71AF-AC3A-9D15428C171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DCAEBA-4530-12C8-AAA5-4B6558F028E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BCE746-A450-3638-0F69-A6038ED551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B9672E-D652-63C5-C973-C91F20ECE1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EEB313-2A73-8DAB-84A4-F388BF45378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8CCC2E-39F0-ED80-263D-8CC28D4A294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F69B82-1685-493A-792D-475F046FDD8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B68CA3-E814-1059-E475-C26BBCD7F5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94A72F-2796-7369-653F-5840AE8FC90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E2C8CF-663E-6E9E-3639-5A9D697068E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CAF859-AF9E-B545-0727-0C5E5BCDDE2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A6C0F3-E8A4-B079-580A-4A4E6055AA3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4BC132-CB6F-2AED-8190-4E32CF2B2CF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4E930-54E1-03A0-BF08-67A76D7E144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84DD8-443B-8CBF-6B93-8A70BD1849D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BF4CC-E41A-1E5F-97D9-057C749196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8B5C4-1B51-CDE9-5618-5F9CEC086B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8A2A4-4B0D-9BCA-8D1D-81DFE3782A4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E170AA-08FA-56C7-E037-DB2E914574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73DD85-5179-00AF-D991-C9682589A12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8DDD6B-1C48-F295-4764-205148C581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C5E53-C6A7-8167-E447-EDCB1DBE25D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2AF54-54ED-78C5-D560-2B95CA9E325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28B88-6B9C-7879-B8E6-9EEC204C5F0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CAC49-8EFA-3B4E-77D2-ADFE2A013DF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8E166-91EC-3E5F-CC99-2EB2B76FE7B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7A8973-71D9-F3C0-2314-A7612514EDC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C019AD-F868-7F46-EAB0-16F8F3AC11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8F0B86-EDBA-5F24-8603-61B556F0F33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5458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DBAE-22BA-C66F-FBF1-FB79BE5B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040E74-6F4E-5ECE-7F2A-3C8A4B156F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E73888-F16F-BD9F-12EC-C71D53526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1BA8E7-CD51-54CB-ACD0-9619DFE90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0FBE31-4042-5649-E2E5-55732DC17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8B431B-1C3B-BA08-AA90-CA46D10A0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C4CBE3-DECD-2951-AE8F-A9ABAB4098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F33E8-1C6E-00BD-16D2-04797697DD6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4A652-2681-1A23-5D2C-5DC61AFFF5F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EED530-105C-C65E-B2F6-9B0D0BF0093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CE7BA9-9257-FB7C-EB18-F84CC20710F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D2000F-6772-5E27-784A-DAF9D351F99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CF6CA0-5AC5-7B9A-823F-60AA5792D34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539F16-B331-DCA1-D49D-C12BEBE9103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8E760C-DB74-71CC-5C82-EB5D73B9C6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A556B8-FDC3-79BE-BD91-67C6AE3C24D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3E279C-665F-8836-C0CA-01E8E536937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9C9FE9-2835-9038-7FCC-5B651E9B91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0FC734-F6CA-40EE-9B6A-2599B18680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06DC04-4086-EF47-C8FF-D773A4750F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DABBD-C793-C1F4-9095-466CB872660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43F195-7D1A-D74A-4739-E700D998083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18C8C0-9055-ECE1-8D9D-1A34C50BEEC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32FDB3-D594-7786-F85C-86E54FE63CE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836FD8-0411-CEA4-D531-91502886BAE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F87A55-79B6-5B35-CB38-78F4E420D41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7E6136-EC80-70C9-F014-B0BE57DD78E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4E1D0B-7B05-E89E-8DFD-1E0625282B6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1DC442-D3EF-37BC-2B07-7550A95DB3C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ADA6A-37DA-1097-F9E2-2CD272AFBA7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A4E6B-13C4-E055-35A9-333C2DE66B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676EB3-D44D-242E-8077-84561712E3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C24BF-9C45-6906-5BD1-1FF97D4640E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E3C1F-5EB2-19E6-13E4-1DCD0A23D0F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22734-2DDE-AEF4-0C2F-46425D4E89D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BB1B7C-1B6B-13AE-3B76-2D14887576D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E7B4D8-D82E-6CB4-54F5-57D92FAE05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1CE7A-1636-9E0B-A1CF-A9367429F3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CD378-C9C7-D34B-EAE6-BDF91CD1F51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D5DAC-E1FB-2597-8713-F0030011C6D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B6E02A-79B6-6A1A-498B-2DD6866A484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BD3D93-3A6E-5EDE-3A27-2B65332F7C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5A9DA-C7C9-8152-55EF-B8BF6107DF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DFFBC7-578B-ECFE-2A8C-96B3AB3C919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7300AC-B6BC-18B2-6A5F-C8D7B1AB85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9374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DB4C-42C7-CAA4-B9B2-7FA67026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FDC65C-2695-9659-038B-FCA2BBB71D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D096B7-9E07-66CF-5FDC-B847CFE9F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84EF3D9-3B83-EFB4-E877-E2B92B078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990E57-415E-EFCB-D4DA-7EDBA60FA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B1DE1A-8DF6-7F70-7174-D16B2854F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27329E-3446-CEBC-AA22-8E98D85A84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AA59A-34B6-60E7-5715-22C014EA447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F9497-08C7-0CBC-17CD-4830C1E66CB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DBF9BC-C1F6-61C1-1C18-765B3C8B63C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D1B255-E9ED-A4D2-7030-619FC56E296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5A3B7C-F9BB-70E2-7FD9-D7ACAFD8477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D85A66-6041-B06E-6E1C-B9BDDC309BE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21B4D-0258-5423-AD0B-E388179D0C3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03D829-839B-044E-D55B-9495A289713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8C35E2-09E5-777A-F4BD-B268C8899AE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F23B89-D94D-1195-E9BC-87BF77081D3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CE980A-BB44-4896-DB03-411974639D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378185-9ABD-3E21-FD18-4A53E20937D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831640-954C-0AFF-C886-4624EE5B013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BC3D6A-AB9C-3C55-0D42-17CCA8080F2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C8BD90-36DE-6AC1-B056-46DA45ECAAE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EFBCF1-C1A5-0137-378D-43E4341DFCA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7F8E44-4320-5C53-412E-62E32453D15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B7B1F4-F411-A6CE-BC66-20CA0D680A3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95DEC9-99AB-2545-D60B-64632C5DE50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1D3A54-020C-CA62-3A3E-DCB8C74D136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9A201-89A2-22B4-D414-15440E7142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C3E7-B306-C3DB-C45A-5A3E58528D3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6C4D1D-8455-B9FE-FD19-B5BC8D2B6A4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AAC56-34D1-6321-BD5E-A2AAEFF9AFE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AD46C-9A39-8699-A15E-786446FF3C7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E80D8-1FD3-D4FB-6DD5-B815D67A04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2A714-35E2-B6C0-449D-5FD867DE1F0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88772D-1A7D-03ED-DC3E-21BC7EB745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7BA54-5D8E-D2E4-95A9-54A2F308625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B7534-A5BA-57F8-09F2-43ADB2EBC1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570B00-B7CD-2957-E3D0-A1678C1F443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77DF7-5252-667D-1EE2-0630641696D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E8CBD1-FB14-9C16-D642-242CAEE7DF3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9B7919-CE4D-79BF-8949-F92366B8A6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E4A29D-C54E-6F09-AED2-E02825F910E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C4CCDE-0F66-7FE8-9A40-9C0BBBEA80C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1E1EF7-63B7-B57B-F043-08A73B10610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8351C6-BED8-71E2-1BE6-4A89CA31CB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1424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1013-6601-1C9E-BDCA-62068679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BFCB4-1C84-6DD9-35C6-A1ECE4BC96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98C097-7F4D-C082-54CA-389401464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CF572D-694E-A581-ED6E-E6FDCACB7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508A010-1D59-4F57-64F3-BF1EF5429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5766A7-278F-B024-96D5-EA8AD03A96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48AD1-E302-9396-A43E-419E40F5BD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6C131-3A19-D02A-C350-C2411C84EA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74955-E534-3F7D-2CCF-7EE3F3E2E1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D87B6-C585-2BA6-3EDB-0D37FE1B07A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775A73-5C57-876B-5318-AA23EFF27BB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AAC54C-20FD-A5DD-41E1-6F5F563645D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86FE14-9966-7E8E-E9AC-BC3185D26A0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19F8AF-8F27-F289-3091-73A92A6E8B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84BE3E-6317-8A17-D37C-D6D706F0CD0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A3B034-6EAC-EDF0-7409-6020660B70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10B325-34C8-96F9-4DA0-3F557084E1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637083-9D12-CB99-3DE2-D1AE7D9D2E0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252487-1EC5-18B6-0952-266CE4ACFA5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27D8BE-1ECA-B848-9FFD-006BBD4E62D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56507E-13A7-E68D-88C9-B4F63EC7B2E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1D7C82-EBD6-8C4C-76F5-C38C8C9EF2B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ED79A1-3FCB-7486-94BD-D646169AA07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D1EDF0-820E-83B5-5558-05CEA269F7E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2CAAA1-2871-DCB0-AABF-F6A0BEBD077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5D9061-3AD6-18E9-2C12-A2772224AD0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79761A-B841-78E8-5A67-631B71D35B7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E0FA87-DD19-0BA3-ABB4-227A17855B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52B930-6D0D-9616-AD14-7785FC53033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1E40A-2394-2F8C-4863-1EACFD4CE5C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9BD923-46C7-9B49-0F44-3CD39135D6A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D05C59-D758-D924-5B67-A7FC2BC8E38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08882-F299-4801-B4A4-27D8BD63BB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F8F4E-0116-C9DE-8D1D-64377F952DF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4DA6ED-BC97-4341-0A41-62D0329D7A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971FA-3F6C-41C5-E514-41F635A107C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5FECBD-B1C2-BACB-8147-2A0571FE30A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4B224-E48E-CED5-E73D-B342142A0B5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017CDE-4F0A-85B2-5E52-E21DCE60E80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621367-35D5-6F8C-1C97-CB947FBA891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6D5C2E-B702-CFDC-3CBF-2679E247DDB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32D5B1-176C-AA04-8835-729616760D7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F78269-F557-55EE-EFBB-8DD5FDFD1E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8EB56-97ED-870A-CF36-641BFDE4672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3CB6FD-9B61-742D-401F-9619FBF072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019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6E4EE-B57D-1620-8FAD-2C65386B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EA976B-26B0-605B-ADB9-20B09758C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[10 in 2] and reduced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CA8436-A2F0-34B3-AB55-DA72522D2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649AD2-F100-30B6-27A2-F81113555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277C65-8D08-0392-2403-871C3C41A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DB93DE-A252-46DF-9003-6684EDC9F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5FD013-6213-F4FB-99DF-15E4B72183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7F12E-77B3-D354-E30D-E0CF1943540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6AFAC-069F-1D01-FBC4-BF48037454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248FAF-B2E4-A087-734A-AC9F64443DB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B79047-21A9-D0EC-6195-56C495692A5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B21CE2-3B89-0956-5F68-F874D7A2E09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09165D-8A0D-0FCD-66D7-AF4505838E3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C23FC5-78E7-A9CD-ECAF-BF296888A7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936C76-246B-EBE2-42EA-82CD8280745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FE8557-0FA0-1EC2-8182-84B59A20BF1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3165E0-3C01-4821-D7F1-78FD766B94B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E45C6A-7580-A288-ABC0-348D0F6B8C0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7A2820-5157-280E-AB1B-8C3691DA3B9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551C0B-FD50-4D69-429F-CCB87DF8FA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DB832C-A1B6-18F8-6871-AFD0EAEA427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98E50C-CE66-FCF2-3C07-0DB512E3E90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960D78-3D7E-C6CA-2ED3-75188CD3D3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B67FAA-B3C3-D6BD-9046-F60B7B5A5E1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EC7C13-02D4-F626-977D-A55EAEB447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46EFF2-0DE7-EE09-3D71-A99BBD7C932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D5A69D-BBF9-0C53-39D4-8744A96E3D5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B4247-0F08-CE12-8D90-170E55F8C40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CCA9F6-2DB5-2D35-0248-5CDABE87A2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F2A5F9-FAA0-3021-8411-592B8FF9AB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EC662-D0A5-0E4E-2B6E-0C3E91E9F02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8C1DE-7641-1427-F70E-5A3D7FEE725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F4038-BEB7-8AAD-F6D7-73D6EB180EB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C19BA-DE4A-1AEB-CCCC-418AB52BF9A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693F9A-9567-2AF6-B9D3-F0A7E514F24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240F8-0F52-C21C-8F90-F636868D538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B9FDB-33C4-47B5-6B2B-2FE608D38CF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CFC93-7900-12FC-E647-9E1AF59A1BA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1A227-DC29-6301-62E8-AE761D97429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56FB9C-36D8-B1C2-5655-AF245B890B7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6F821D-8932-A585-143D-4FC786701B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78A236-75BF-9326-358E-ECDC3CA5A53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5DC2A9-1D26-D93E-F4ED-B2299A92863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240357-EAE1-7EE3-18DD-7469D10BF0A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6C0019-4A4F-CE84-24A1-DE96611FF0E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41D7C2-BA4D-F956-EE2A-1F9EC78CB0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D9E780-23FA-2AC6-BB47-D439EED9055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34AAFF-8658-0600-DDD6-88228C684F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706E74-F25B-B021-8B7D-60693686FF9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97BB7-931C-253F-835A-16D9BB77A7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2954D2-BA70-7037-D0E9-97D4288AF2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986421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4E5439-AEA0-1AD7-5E9E-8CF15431FB8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2B54A9-8F2B-646D-0152-13F761EAF2D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0994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7356-9EB2-2B21-20F1-BB145485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46C0D7-BA8D-8B15-47A0-BF793EA891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684554-8725-4FD6-02DA-83A0BAB0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E3DE1A-44FC-4C1F-44A8-B001AA734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0B0541-316A-3631-0F36-400F255C9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2C4D96-F48E-D2F5-1C24-61BD5C2D4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7B605C-C71F-0C39-2851-DEB00AD99F1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E39741-CB2F-86AE-BF0A-D3D21C514C3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8463D9-CCB4-E7E7-DE8A-451703839C3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40088F-4333-24B8-122A-B944B83187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5374D9-1A2E-CE39-5913-E6FF487C1D9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3F66B-466C-0CAF-8F75-794F5563C0D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1CD44A-705B-E27D-FDF5-4F6B26D4CA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5BA2B0-E256-ED48-93B2-4E7D063BAE2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6FA813-1760-7697-7C4A-A4FE1FEA598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22A4F1-7EFD-E655-5D3A-6C712BF2218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E72A23-B7F7-8D9B-4274-EEEA003F043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5D28D0-713F-CCC7-8A4E-B5DFFEF270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1E758A-AC81-4D5D-7717-D06A90A840E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7A8B6A-8FDB-2FCF-AF6C-6A785E143DD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424E88-A0DB-F2AA-4CB7-FDC1018BA91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448A9E-3D00-1119-DCCF-8827E0D0F15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1369E3-163D-3876-E472-E143E0FF2F5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4363E7-539E-9AFC-159A-C6D45D8814D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216706-47D0-0F5B-0BD9-1B3FF0B9375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CCAD4-ADD2-8D1F-2BFD-F3F26AE33E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C7B0B-0B09-953D-2690-AA1F681F6A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7F10C-DB4A-D2B4-2049-0DE46CC0469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5EB4C-A5E5-D75D-A5B3-0A17DEA5AE1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D0D8ED-BD11-48C5-BD74-7A3E4C625F3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1805E-ECDC-7A0E-6CED-8F28B7B9AE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FC3F51-0566-3B25-5299-ED3DA35DF9F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0282A8-8359-B35E-479F-A2CC8D0B13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0D834-A827-77B9-E745-8C0D86B19E7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69551-ED41-2E15-BC31-85109019025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5E3EF3-1247-F600-98F7-65323C75E9C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202535-2122-A1A4-3AB1-CB90C53ADBE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3FB76-4083-9FB3-5C3A-5674BED636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956DE9-BADB-F163-3FAC-E80F3C64F9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CCF39-CA20-1F84-7F60-BF231CCE793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124DB5-B7E1-87D1-B708-2F04123FB6B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418B44-84A4-9508-5401-F9FF5645392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3AA155-4453-74F0-0013-BE9DFA9428B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B548B6-04D9-D68F-36B6-D8210B70E7D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D59E4-AE8F-E867-F747-BFD50727457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ADD31E-58F4-FC4A-4F77-970F8DAB81C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727A9C-712A-3690-9F7C-505A6BCDE00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7051AC-630B-CD62-EC67-23453C0BF14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000D51-6666-24C5-0CDF-BE9E7701D5A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088F79-A456-3245-8A61-5BB8436F03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F3795-77BB-C339-D9E1-6405DEB2D4C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FD0498-0ED8-1CA8-F88A-4781CD437C1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6FF103-4256-4B81-48D0-F75FCD1B897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94083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CDD2-B82D-E163-50AD-425296FF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F9CB4A-50A1-D3B1-F4FD-BC72C2915A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BDD67F-A117-32B5-1B16-441A2E3C2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4F5B03-0167-D21E-DE2A-17ECB8AE2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CC168F-3975-02B7-9578-AC6BCA852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A49CCB-9C4D-678C-25A7-606495B7C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CC3CD1-251F-CB0E-26E3-976819C875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93D346-E5F6-E2F3-BB9E-00B5D45288A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A50245-F98F-A0A5-42B0-ACE59BD63A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AB2FD4-A8C7-AAA8-12CB-5BFC32D2120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C02725-9DCA-78BD-BD59-A955AD386CE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CCE898-3D0E-4E79-5971-3DCF54213F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4C6AF9-5E88-A589-53FE-1032759E250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816B2-C925-6184-7BE6-B9A900094B0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1855E4-1F89-A876-9B5B-12FF19B0566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159FAE-36E0-BF98-70ED-80051A54B6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EE0C0E-23ED-6854-DA9F-E87A947C9C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1F849A-3BFC-EEDE-B3A5-08CDF52C6EF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8CB365-73FF-A7DF-A8F0-0E21A618C2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5216-09BF-6B93-0FE7-08431CEF39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1BFBA2-8D56-ACEB-9703-1CF11C63571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60BA75-28A2-B71E-F4DE-E0CECA5665A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187593-F701-7723-8222-8BCD5F4DE5C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21FE4F-6BCF-60D4-762A-770CAF35853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509E9-EAB2-E54A-53F0-3835A9C770C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345BE-50F9-D5BD-0257-BC63C57EA3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D3E70-4517-53D0-4651-D1B4F830B45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51491-091A-ADFD-14C0-BDAB0F862D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636A8-671F-E925-A1DF-5E861B4EAA1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4DD27-2CCC-385F-0B88-F8EB4C40BD4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542C9-1CA3-5565-6A78-D05812B54B1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A58159-49D6-F87F-AC59-EC3C3B6F0E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71A6CB-0C97-5E63-05E0-771EA540E8A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88DA4-DF15-10DE-11B8-592DE9DB27C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1A629-540E-A86F-57E7-F566B07096F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C4242D-DF6A-C046-3F7A-D4F6D641EC2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28F17-4C36-A3D0-A305-230A2599F53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B40C01-F5DF-5A5C-C37F-66130536B3F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6615C3-1222-80A6-3B6A-F74D8E2B361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152F3D-BA18-397F-97F2-4E8FDD9A2C1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199E89-E706-1373-0B4F-A1F07AA14C9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F4CD22-26BB-3650-C9E2-4F19539655E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5AF602-B701-FADD-FE03-F8A16353E17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B7F64-E8A4-6D92-CC4F-EBF76295571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4A0ADF-1811-2E7A-9E74-7F192A20622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987838-B047-079C-5797-46D53B1E5A1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925A5-7417-B9D3-DB3E-5B73E3AB680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23DC0C-34D7-A861-7099-CC87CB86F4B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4022CC-4AF7-469D-0A0F-EC61FB8F147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8D35F-C404-4A8C-A1A0-A8F40FB2906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4782C-FE57-7177-090D-189FFBED607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9209E4-D3BA-3A2D-6C8A-C16AFB5FF3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89848F-5D03-63AD-A6B9-B72713D34A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272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D632-169C-C796-90D2-FE2928A3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0E216-73B4-3A6A-1FF8-6357373DD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(85 not possible because of the 85 cell to the left.)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3C6AB1-C660-6BD6-2AAF-0415859D0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8F91A9-D82E-1150-FDAF-1718380F9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3AEBF1-C18D-8678-AD6B-76A53C7A9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131345-3633-EF55-59CD-049D31B38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1B685-1329-F0F8-B639-EBE8B7C7E1B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A8997-17C7-6C0E-2EC7-C2E28B7C82E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E4D7D1-5D5C-2757-D127-EAB7B0360AC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86797B-A3E8-3ABF-D1D7-ADEE0E77173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4021F-DB9E-A769-5BC6-33875E9982E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A8C325-13A4-9656-FAC1-C90DED598E6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768135-BB2B-F0DE-51F3-6A10203AD25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CFB038-AA57-C566-CE13-C09AE184086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F2C198-001D-3D8F-3C50-530270E5FD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4C29C9-C617-A609-355C-9CFB3EFD065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C69AD3-4A2E-0D6D-897D-5ED4DEEC429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774975-E143-4AEB-7D74-5F0F7558A7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A931E2-B2C9-7C5F-92A2-DC372DE8AC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8C7FCA-9B3E-0E8F-8AA3-017C115A3ED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3D201-F15F-814A-9F25-02B80DA7A92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69C43F-8DEB-88FC-C610-9B0D3B9A485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D2D45C-55BD-809D-E3FA-1D1BB02F2A0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F046CF-664F-E820-DD82-7CF578A75B1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5AEB4-DFE7-FD6C-82C7-92CA8CBB3F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B7230-7B2D-A05E-5223-2E93FEBC96A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082B0-010D-00DB-CC38-85C56C5535D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DB9551-0110-ECB4-1713-70068878121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31C3DD-160E-6BC1-8F9F-882057A6F1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E6DB8B-357C-C746-CBB8-C0A18CC59F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555F1-858D-D60D-CEA4-FEA6B135585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F4ACD-C582-59E4-2F3F-415CF5BCBA9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2A33F-D13E-12E0-09AC-CE008F4CFD1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12D71-9F61-FA2C-02E5-92D4CBDB116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447D80-066B-E99F-8E5D-5914CC115C3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E9C164-3908-602C-0C97-91BB7E83AB1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7980FF-5515-51AA-B976-2773712C10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BFE3F3-7537-C38E-2908-5B45B282E1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B27AF1-EA4C-53B0-7D1F-816C8F33AC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35BE57-3FEE-1D5A-E362-03E032B87A0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863910-F11F-C0E3-A511-EE320C9849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BD627D-B012-37AB-1879-CC11F485414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C28946-446D-1519-7CC6-DB7984A8E15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17A992-8857-0406-4E11-B7BEBAD6BD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43C0DA-DA68-7EF8-1A0E-9B38269CDB6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AF75E9-99F3-F29B-FEB9-934122B8A35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371A01-7174-55B5-4AD3-4621A6B6378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24E3A-43E7-B0EE-CF10-ADA5C984533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BEEE6-29D6-44AE-6461-D069CDD001B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82C201-3BB6-CC76-BA64-8DE34263A4C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58037F-FD1D-CB0E-DED5-CA524A4F60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032FC7-3168-D88E-8E08-8FA06A0DC2F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CCC1C0-7036-5C71-DAC2-1D00628F58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51220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76EB-A946-51BF-8314-BBFA78082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D3EC03-D2E5-115C-8440-7E4195FE49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2–7.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1AF408-CD3B-7E2C-4C21-75D029D24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06E72E-67D0-03A5-E020-D3FA0B983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2FB60B-DA32-29FB-126E-5A55C4793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CB15F3-4FF0-8CCE-EADF-1F16F4ED2D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CC4CE8-5787-6023-3BD3-DD2A3B8C89C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1B185D-4A6B-52BA-DBAA-09780781597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E8D048-8D99-988A-2262-2E2FD3A2DA5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1B9018-BA32-094A-1AC1-4488BC497CC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53CF31-454E-4AFA-02A8-767F5C95A2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BF12B6-BE23-FC22-4A6D-723F65411E7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B3A54C-299A-6441-1CF9-DD258FC9639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A5D0A3-22EB-DE6B-D150-879E594AC6B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47B4C3-CF7F-BB8C-4B25-599CB279AC4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EC62D7-7A1E-DF06-D0E2-F962E96B2B3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384C34-6B70-898C-B14B-C1F430957D2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071BAA-5783-E875-16E9-9EDE934537D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60EE3E-EA3B-C766-F15E-6AE59FEF0EB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7E1FEC-A5D2-1D3A-10DB-E3F4324FB56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67A1C-B413-20D2-2E27-567404D202F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8228D3-6949-C37F-CF56-7D2470B136F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E04B3C-A704-432B-D3F1-B56808E7708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1AB746-EBB3-84C1-DB56-95ED316D4C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27172E-23D5-9729-8DA2-657C4AC055B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F16324-0A36-7C2E-883E-B70AE66DFC7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6B266-9046-C770-4796-12E4FF99399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FA03C-2538-B0CD-7635-02826AD04CF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49B5F-3B54-9B69-06E8-E72A575A88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DEDC5E-1F17-3BDD-20E1-C0DADD20639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B67267-C86F-BD6E-1A99-DD9D6D24D88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C94C3-4FEE-3408-626D-EC855CC2032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51A3B-57E5-FD6B-DF66-4D78CF8B803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382DA7-AE46-4756-067B-550D75C47C1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7AE960-D7D0-18B5-FBC4-DFBEDDD8447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C2C6BD-2F97-4F2D-E8E7-5BA498A98B5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6BF79-7667-9C65-E5E6-98751DCBDCD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527DD2-1511-3D24-0DAA-1D4FF03813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953379-9DCB-58B2-97FB-70BD56587D3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F459FE-8EC0-30D9-5A74-E4FB80A801F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E95F58-7911-C7B5-EC3A-140C7E1563B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19DF38-52C6-1EF4-0A2D-8C19E3D45F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E727B-1137-E9EE-7306-C292B6962B8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BAF571-9EF4-50B9-279B-0305B6AADA3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B4A359-E3E2-8513-6237-94946CFF4A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9837A6-F297-DD0E-AA40-0C0A951A270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DFD03B-4818-6573-F0D0-1C19C70B06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8DEF0-66CF-02FE-562D-B7F6CF1C802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F40F0-535C-2ACA-4DA3-BF3C28DACBF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014853-74E8-F03D-5C3E-F29027AB906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63746C-486F-5AF0-C23D-7E7DB7A367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BE6A9B-2FCB-0A70-5CAD-CB373C18AE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FF2849-4EB1-E176-792B-66215293DA9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9CDE68-BE2B-E67B-BF14-D852CA31077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BCFAFD-9893-1E3D-C4AA-F6055E7E4F7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806E33-254B-AC8D-D989-77DB78C0C2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14EB06-63F9-B730-2139-219E06F880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0249AC-063C-29B9-FF75-9F86E0F8BEB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3E0C26-5812-2BC4-949F-BD87995154B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CCF3D5-2352-3EF2-62D2-023D7DD75E9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525B20-B2F4-CF57-31B5-9FB3A10C509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6F096F-8B33-C933-B086-C939495FDEC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E121F2-EB46-8C1B-BE6B-E3496F3A96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51F499-3BB6-8204-7188-89BB176F9FA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EC9EC1-0BC7-7651-C21C-71B220140FE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D3B830-EBB3-3206-CCD0-9E0854C4E10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6FFF46-E949-91B5-D7E4-39566B5FAB2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77532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C226-0DC6-D18B-1F61-53E0E72C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E969EA-6045-8857-9531-9E4ED7034E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0C71E5-1F78-EEF6-36EF-C780C3A4E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33D240-D3ED-C3C7-0172-1C042EFBF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10138B-87BD-A27E-568A-5B59C8BB9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AE6250-CE12-E24D-C456-8BACCB562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40A32F-0F4A-B118-F79B-DAE0C13CF9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076CF6-9BDE-D4E9-AC56-94E4955584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DB0812-4F7D-7403-4B5F-F000237D5E3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B297F2-234D-5180-E74C-9025709AE28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E7583C-7FEE-CD6B-995C-A251CBE32D2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C70C5A-DD29-4025-3CA5-1D98E5E8FA2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6BC1D0-CCC5-7D58-7C02-53012736E98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3556BA-EBF0-2A42-1600-1B228DDE7A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F507AC-89B3-0519-F0B8-E2659A33C72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E602A8-8A3B-080E-BE0B-0312B8354E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31D938-7E09-E7BB-4220-1F580ECE9D9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4893E3-BE73-864D-B34E-E66D953B1A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3546BE-2C0C-2046-34C8-4BBB5332532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3BA812-C02D-F6B7-33D5-F15E2978861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ACB4A5-4600-545E-BA25-F51451FE9D7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6CCE14-8549-A769-C891-E0DF0EED611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D5BA69-EBA1-D273-079F-1BF829ED074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104B79-B1C7-6D87-EFF2-1583E968789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84E3E-7C78-36FF-BBC7-9A700695521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018FD-7B1A-60A1-DE50-6B53163BEBA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6D1B3-32DD-DF12-AC90-ABD1A12C74D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A8A4F4-BC2E-5B61-3D46-8E77FC956F1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09B1F-7D00-4230-3267-7F2F1C29E2E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8094FC-EBEB-76FB-6BB5-4678F0098FE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F6839-AE58-3356-0791-F4F71755965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D2116-5F2F-24E9-BD42-BF80519F305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E72433-CA3B-51A8-980E-AE7465FE95B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D56FE2-B225-E1F5-B334-0EB2ABC326C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0AF7BA-D363-F033-92C0-8B2C0F8B750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5947A-A298-B7CD-F4EA-416FCBE81BC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52BBF9-782C-1E94-8B37-1ACB4062C4E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0360F0-1A7C-42D8-6DD9-C6D3EB30EAA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91D0AA-3217-623A-259C-29E5C21447C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71CA84-1856-8E15-8F67-9E1946245A7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12A93D-DB08-F6E1-98B0-0C53A42D00C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84F1FA-0E15-CA7C-1649-AC6934CB9E2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74D149-BB2D-5B04-82CA-9C4F988011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F4B0B2-1E0A-21EA-50C0-5BC0BD4BDD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2EFC55-F262-CFC7-B2CB-91E3486638C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C1191C-C4DE-F2E7-2492-37238979438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29C973-E6BC-23A7-5861-84555EE801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01FB6-F7D1-D358-3EF5-84B33BF3226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345CC-E5D3-935C-7101-3F43160F21B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FBAB99-1FFF-D4E5-2B7F-F7D9A06699B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F129C9-3203-D5C4-61E5-4275FEF6EC2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99385D-6868-F3BD-92E6-C2E38495DFD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8285E6-B934-14E1-5348-B6935E42AC4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AD4F14-36D7-9AC2-129E-2B72B21CF22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7DEE0D-551F-DEEB-60D7-953DF435C3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697F85-AC52-12FC-2AF7-6C2F16726C9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E2BEB3-BB2F-36E8-3C99-1700111EB0B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4E81DE-8408-A258-B2D0-8630A90CE84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2D6F34-BBD8-7AC1-52CD-C74132A41B9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630C9C-8302-B850-894E-EF76517E5C2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5BCA602-04EF-8908-5540-7F80D203EC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01C359-B99D-34BC-C72B-436423C614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996071-F527-1F48-E71E-1F03092E579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547E1A-6013-C05B-C3BF-48F01BFA98F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46E6AF-0EAB-D8C7-58F1-701C7C3BCF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9AB547-8BAA-A98A-6752-0EE807681B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136977-7823-2292-0544-4B7043FC4A8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9631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D541-3806-584F-EE2E-4AFEB447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03A7F6-3F02-99C7-0D4C-9D38A2D3C0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550684-6B3D-C743-3B97-AF4BAC485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626DDA-433E-1E7E-9FE0-BAD2E4785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D52859-08BF-24E1-BEE9-3F8DFCDF8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4CEA4F-1640-ABA3-36FF-BD22E36D6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F78E36-C675-EE6A-E8E4-C8933D62FA4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C1F69B-703B-74D4-9608-5154E3643A4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F16602-5755-6AA2-982D-80071E6AD79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E237B1-39C3-08F3-EDA2-0C07F81DF82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4ABDB5-26AC-7431-5203-B15564C2C25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90A6B8-38B3-1BF2-3E1D-1CFD21F9544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218461-0E40-357C-B5F7-DA935D9FB50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95D44F-9883-9256-6AEE-F1C29F4268E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F563D0-63A4-93AB-D598-D71A648D035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35A27F-127C-1EEE-C17E-830B7BD3831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99302D-F615-8A5F-29A3-58E62A467B5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C2CFE0-95B7-3988-AEC6-A39CBB9BDB6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1A1E87-6BA0-C879-3220-E1448ADE4BA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8E8721-BFC4-5ACC-2762-06D13EB7D73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688ED2-72DF-00A5-93BB-584EB5D2246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167CEF-E108-19C2-990D-399D148D86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2A1A49-E308-BD16-D378-D59E71DE7D8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C9371-EC63-3FE1-86AE-13B9CC54314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FB815-DB92-D9E9-83DD-AE7C4034CB0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48D41-963A-83C5-4813-D20C3047EEF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88CFE0-5613-B67A-D44C-E5C713850A4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116080-14B9-BE39-E3AC-DD530A08248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395479-2A85-66A5-E1FF-F966493AA58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B4ECE-B661-FF43-FAB9-7BF880DFC38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D914E-B181-1A27-1A21-77B4129C05F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380476-E1BE-2739-9B19-B30D71B28C6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56D1B4-AAD6-41AA-6A2C-A9CD689D087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DA2D6D-1DD6-4DCB-FAB2-610338C6BA0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839AEA-A7FC-FF7E-CDE9-3705D4F931C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9F4E2-DAE0-746A-7A42-51E1ECF353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B357C-7214-39F0-2D0C-3EF20F27A1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D85FFC-4CC2-DDDF-6F00-BB1C3CFE7A6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990AFF-0662-A79F-C5DA-CF91E95B876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36DAA9-C527-C924-A60E-692675425C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5BC851-EA9A-21F0-3A04-54B3AB67323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B6828B-6BDA-0B36-E302-A045BD2D66B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57A4F9-093E-A748-5B97-0DCE770E637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C3052A-01BA-A1E9-784E-3D1DB2F50E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FE286B-7CB9-4CD9-923D-3E2C33CAD72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63496-8735-540F-42C2-DDD44C60CB5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EBFEA-E993-B419-D491-DE8BD238CAC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46611-7407-7DF5-1DBD-FEF7CB3A1CA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DC6E41-11F7-5172-55A6-739FCA2D25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24D19B-7850-5C0E-AA97-EBB34DC071C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2781E0-D420-DD55-9D6A-43717148847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BD5DC6-2C02-A0B0-BAB3-53F49673CC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180B8C-D9AF-D000-BF7C-161C80E7C24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E902C9-EEDF-B802-0558-2530BF86128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3FD935-482A-D97F-C78F-BA9CF419439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C46E4A-6647-2F11-1359-E4B94769A8F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E76DE7-A039-6488-68BC-704603319E7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DCBD98-C3F5-00E1-A4DA-96BFAFB612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31DDE4-68F8-A577-D91F-0BB309CD1F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BA31B9-517F-6805-54B4-2FB84BB0061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C9BBBC-C949-64DC-6B1C-AD9708CD775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07D622-D761-679E-4F7B-8C02332DEC3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42027E-09EE-0451-E2BB-B1A22C813CC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435E97-6257-D451-E1B8-5CC0E724CE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1B6E15-F6F8-2640-573C-43E6828FF60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2879C6-20C8-A9EE-2D92-704414A46F5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8AA100-91FD-0899-2E20-2EBA41AAEE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4873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2C542-92AB-E958-5368-7D51AAAD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0D52B-1C29-75E6-59F7-B03CFF906E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3FDE01-9A43-E248-6471-837BC7058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2DFB6E-3795-773E-BFB8-594663053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6CFD9C-548F-4960-E735-0DE87BEDC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6933A7-11B5-6272-E8C0-A7A666EF3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DC1917-CAAA-F591-572C-3B20532953C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97D0F-8E47-F4DD-DDBB-648CE9F8DE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A8B80E-293E-2C56-82F7-53DB247649B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D32E98-FF11-E140-930C-7E5F9744AE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73563E-2569-0312-F66E-15D823D4B24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C8F0F7-A182-4C8E-33C9-AB34A69339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162960-787D-FC56-E42A-48AE5D222F6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018C72-2A82-AF54-7477-ED4F5C8CEF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480987-6463-1870-5DCB-71B6F3443D4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EAD6E6-6186-1EBF-1866-C48C8AFD1AE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E88813-3A21-8B85-3040-CCDC34EEE57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E054D6-3DE6-CCCD-FC54-89746DA0FED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62D806-5AB9-33DA-7A8C-EF9949D49EE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CC56DA-C2E5-784E-3C19-1244AFB5214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19363-839C-9EB8-D4B2-31BACED0743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73E7E-A2FD-2EBE-AB65-933528B292D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21C9E-F27B-C347-7791-9CD7241C3F4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1D39D2-E6DC-746E-A21B-45F17855744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5E926-EAFA-4111-3466-18D14D7A01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6F3DB6-D787-3AA6-1762-E6DF52E0820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9D66D-C274-99B0-BA4A-60B1849462B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5D9BF-B01C-9739-F29D-792A38CBE49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8E369-E844-9AF9-2888-1239D9DD2C6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05C2EF-9EF6-B75A-E554-147AD8D8D7A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69733-A0D2-F02A-7CAA-4DAEC76F744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22016-6B47-850E-C410-5D5F7B5106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4B6A1E-AF72-9BA4-5287-31B64B789A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A27BD0-7812-E3A6-E600-CC858D8D95B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0DC3FF-3FB0-FC77-6E61-C09A6946CB1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D8A63B-275E-B8CA-9A75-6347E9B4882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FE3C65-670A-73F9-5621-0324559AFE7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D80F7C-F43C-A2C0-3BC4-2476CCE967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BDD737-E139-F83B-72C4-5810045FD2B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0327FB-8389-5FAA-DEC6-3EA06A6BA3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798DC9-FF6C-3FBE-F133-677476C98E8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FF64EF-5F3A-86E2-C105-FCA9DA375A4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425CBA-7888-B599-45D7-41F71448016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A4505-C235-A334-B14C-CF6051CEC87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A7C6D-2734-3BA9-558A-CD1B3D7FDAE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9FAFD9-BD9B-C6C7-F3A1-D18D93EB53F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93B59D-1E70-22FC-C408-E59179C68C9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519DAE-F683-471F-812D-7491B3BCEE7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852947-D02B-0519-7BF9-72CE840DC5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F2916A-811A-B12B-6A97-04D1F723E2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AD6C58-867D-6B32-6FFE-0CB69AD0BCA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B9FC1F-990B-3128-DFA8-CE7523E587C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98267B-C8C2-88D2-3780-2B9E6B1AAB5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C1F5DE-25B3-A1F9-D72D-E2A7EE43FEE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D6441A-5A2B-F89F-38FA-12B2C72ED0E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DCB064-143A-7AD5-F312-229B95304FE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4E0504-F1C9-5DD2-F754-A9C38DB968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0ACB5A-EEAC-314F-4BDE-6D89A9F5884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064E5A-143F-93BF-1464-536C1C0DD70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69C993-439C-2940-059D-AE2C69BCFE7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8CA89E-39AE-A133-D49B-3256653947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5E9F5F-8590-BCF7-5644-9F573A54E8A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A65046-1797-8288-BA58-49AA839BA15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59439E-9D27-F792-76DF-960E77C9C8A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440DB1-69D3-9073-EB00-D49508F921F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D1A693-461D-020D-C376-CA10832DFE2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35A9B6-C4B7-D789-AF8F-AC1DFD0F082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79441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D751-CA74-E605-1543-80BBF3D1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6BEB2-A93D-ECD8-F985-D9C58A6AAC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F4DEE7-FFAE-6885-7800-231940A2D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0D7ACD-FCF7-0F40-1EA9-FC12A8F4B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3A2BAD-AC78-7A0E-DFA1-1FDA302C8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7E104A-D487-5A72-7BE2-AD5DA758D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18D27-EAEF-A79D-D450-9F4F21F54F9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80DE1A-7C8C-9D9E-8264-783266DCAD0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74624B-DDC0-607D-336F-B4B2828D678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BF172C-5898-23F0-EED0-8B2C14C4C47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5E9A3A-4FC0-8697-90FE-5D25787EBFB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9C8160-92B6-E159-2297-85CDE57BFF5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1CA9B1-7B51-C8D7-58AE-200B082401E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085B54-5479-4A59-126D-1CFBC0831C8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0D78D8-C3D6-51AF-7511-FD336A882B5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EC79E-7800-C3FF-1796-E19FD102E5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FA548D-1C6C-4870-4BB1-C43F1E50317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22AE39-A42B-E9C0-A599-C929062FE60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60C8-E947-7570-4612-F1395451421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D9B44B-02BE-F542-3031-DA8421E60CB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FE008-B269-84DC-8984-0FF201AA390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5DC2E-F399-F02D-B0BF-530FBB3FB8B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8E58B-F874-5951-C6BC-E7A8B55D458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A414D-B1EB-8A74-5E55-258B25E790D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B79BC-694B-137A-569A-D2CE75A5D6F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BAAF5C-60A9-32FD-9724-EE97B06EEA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8058D3-FEFD-9D7D-0D81-AE44C21F0BE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FD8E0-9062-8494-4395-EDB7776FB3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46923-FDB7-274A-CEE6-DA81F827588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6D3119-E24B-2239-B636-9976793FEA5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91ACF-E8D2-FFFB-B331-2E018903EAB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DD1376-3428-CCFF-650F-DE10BAA1CD3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D46A1E-2A21-461A-FF89-CEE60F86A55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AE0A07-5AC2-943E-004C-955F7324FF4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CA3396-201C-C096-C955-F44D9B0E252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D6AF07-1B85-6B3C-6899-DAC114FCEAF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2994E5-D874-B5F7-1919-F7CDDDD311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A0708C-28F9-CDE9-EAD0-D39B91066F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4CFC17-1991-366E-72DD-413241CA14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3DEBA6-6887-8833-FE18-C9E7E9E68A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B0FEA5-49C4-4E47-2CFF-55D0031939E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E1A669-C16B-3A52-6EF3-A8686075326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F1D2CA-E629-AEF1-0FD4-E7BE83D9CB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E7DDC1-1E3E-E7A0-0D63-A91C95751F7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FAD4E9-C9AF-2E88-CE31-AB47C4AEC3A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48600B-9D4B-75A8-73FE-FB38C60E7F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8DF755-8A57-F411-7D52-EA9886559B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C38BDD-9717-84D7-8A5F-18FCC4269FA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5C555A-087D-7B0A-0C8C-7391208593B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224184-178F-5B17-790C-851ADCDB4FF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264F57-A05A-2FB2-AE90-16290744EDE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617802-B7B4-F1ED-A0E0-0D346084E6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F79EDE-B1E4-1F31-FA5E-EA88F8A3CBA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1091B0-317C-7D09-2DA3-E18408B0AD6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885C81-D648-5CD3-2045-2D9ED03F0F0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3430EE-60A6-CA17-B6ED-918879A0DA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803351-C8BD-5215-E209-74CC32623C6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DBD513-AC93-42A3-6F1D-85CF664CEDE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77079D-A123-D9BD-DF07-1AB3C33424F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DBCCA4-A45E-2495-B66A-836102B901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F7A3FD-A0D1-22DD-D25A-FAE64A3BCDE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6312DC-47B1-01F7-B65E-7749336D80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1AC3-51B1-6B57-C756-DA9DA67A64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EAB5FE-01E1-ECBF-545F-85D246768AE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F4A5A-53FE-D1A3-275B-31EEA66033E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058521-70D4-D4D0-7FA2-E880274788C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EC9FD3-F681-7EAD-B439-339800374EC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5101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46A1-722B-8399-99C8-A856621D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83A869-338D-E709-C3A1-2766A4B8BD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F041A3-B722-566A-5DD3-04AA7894C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CA4461-04AD-24E7-AF4D-D686AFA7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C5D073-4636-A4A0-65BF-D95BF5E92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0E63FD-8304-8466-94DC-9558A559F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631E2A-19E9-6058-5833-D193784B87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A3259A-EC12-8D1C-0612-BDBFE24C02B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F255BC-34DA-9F17-6DC3-91036553FF2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00982F-0DA1-F425-6325-032FBEEFA84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CF6944-EF76-620E-9ACC-956EE1BB6E5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25F379-1F68-AFAD-D78B-EAC8E74EA0B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973CDC-9C28-67C6-E384-DB82EDBA82A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917B79-7771-F751-DB97-F7F80EE2209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B5BB18-ACB8-3E59-BA74-947C9333FB9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994E95-BE28-07C7-7BCF-B63DFF17D25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11AB5B-B741-8817-D490-050EB6E99F1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21A4EF-434E-34A2-661F-8F906B0BE27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3BDCB-68B9-7E8D-3B50-2A6D3FDED98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839D6-5761-8571-EBCD-1D466C5F0FA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1F0D6-4315-6983-2DCD-0E9E7C17AFC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93D89-C7CA-595A-58B7-C5E88E3B441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7273E0-3604-BD22-D539-ED26DEADC3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D7A6AF-2BE6-1298-EB75-0CBCC892487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C5CB7-4248-1EF9-8DA3-4DDAC405174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2D263-C612-EFE2-39E5-1BE9F25F7C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6A5B7-B96F-F845-D086-4AD740A5AAC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6ECBD-99AF-B8AC-97A2-FB3CB865836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964972-4E58-D2FD-B47E-F6DE2361251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C54BA5-E3F4-0F85-05C5-2B27EBDCE7A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6F0F1A-6BC3-9427-0EA5-721879E4F4B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719EA-8C94-D2EA-7208-B5457373254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EB189B-D96C-EE3D-B98D-44CE743EDB9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A7BD3A-9DAD-218D-3F7C-95BDAC27BE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07A4A6-FBA7-5AC9-A1EA-3CCEB97CFB3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4BA224-ABD7-15D7-11E4-D141B93DEE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B978C1-2508-C6AF-8E0D-3A37DFC80C4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C9E595-DC1A-E112-79B0-82BFCD36A7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6C8451-0D55-CF66-146F-53E3DC94294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9FE1AA-71DA-46F6-1F21-768165AC1F0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54187C-AB5A-284C-F619-7B8DD3D9AB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3B7D14-6231-52DA-BABC-7114BFC7F63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D6BF51-50E5-E4F3-2F3F-74337DCA78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4A5FC8-C1D6-04EB-7959-C7502D9DED7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EABBDA-3732-C4A1-5183-984B98D6800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CC5B79-3354-E58D-04F6-E5BA097DB4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2532D1-F454-B1FC-E5A3-F65F2FB682A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DA92F7-FEA9-8DA3-A3E4-1A33242F514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0623B9-A528-AAE3-5D45-F10F4204F31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EAB35A-9EE2-92F7-5C13-201C5EB4F68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8C9AB9-F871-1108-813B-E2D425C403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43F9D8-6FC0-1FA9-9128-56B72A5FB03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BAA700-65BE-C75A-917E-33A3E5F62EF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EF96D3-2E6E-B345-4AF7-67ECA0FB64E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04EFFD-9D8E-7181-D26B-1CBE116F368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26970D-9859-E411-38AA-83A2E739B93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88A2D6-953A-B49B-1927-6A7F516C0B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6ABBCB-010C-003A-6EEE-4C5F72DBD2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B10A7-2192-EA24-7FE0-6AECFC04806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E2DE4-E898-A2ED-4DE0-2A8F119F5B1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60E67B-3CA2-8125-A5AA-D956BC7DA8C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6ADA85-68A5-7DD0-49A6-D0F6320B61C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AEC857-EFA1-FFF3-8F90-15B6CF8BF5B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E16D17-7FBE-2A38-F9B2-258F50A96D6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2FD563-668C-B18E-1910-77EC74351F1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B4ECF4-D80F-5FB8-74CD-5DDE82D937A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3D4404-6A6B-D944-87FC-B849A886A4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4238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CC8B-382E-9F43-A56E-F9AB072B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018603-2532-D951-AFCC-0AABEDFCB1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0A8DE4-A352-6D5E-D25A-55773727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51F1D9-7F7A-8B11-D9E0-23B85501A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ABEC48-25C8-7B80-1EEE-30F1942F2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85CFF9-D20C-C5EA-54C4-C97C3F3AD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703EC1-4229-DD96-5BC5-A7FADFE7974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52DBAC-71BF-7B28-B6C4-B4696DD5935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B48581-C331-8055-C46C-0C3F1C84A77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984313-1F14-F132-0E00-2F6FC733389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E1F322-5E67-5822-B42D-46AAD97AEFD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B7B147-356E-F128-EAD2-CD2CD51BE4E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021541-4C17-28DE-2BCD-5ED8C555DB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8E0EFE-462C-1A85-DA54-530AA5EA13B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42107D-A36B-077A-252B-9A0346F730C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FAEC1-5111-04F8-CDD8-98835E0737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72784-ED87-0401-A52C-0B7291413D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20C9A-472A-2A3A-BCB5-8C336278EBD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084F14-A6E8-E4FF-60FD-1B9C79A7548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1534A-275D-A43C-CDD6-CD7A3862EDF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69321A-23F9-8B61-5B1D-345B9C95E4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A1DC6-C4E6-090E-36F2-57BE4F8CFB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9B4F8-3D58-999F-AC23-ED299E8F19A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F9F285-70D9-6734-72CA-044A0B0A2BC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0C9ECE-D38A-EB67-0C3C-BB96CA1D2C8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AD24B-E199-AFBA-DE82-6E8A2D8FFF3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1925F6-F1E5-1527-F54D-D68E5740A3B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42D5BC-42BC-F170-3972-84F5D6C52B0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4930FB-406A-C237-9269-887B92CCBAE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86B784-14C7-9473-4D2C-9018DEF34BF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14F124-1EBB-A59E-17F7-3766BB7407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FBC311-6405-B825-DF2B-EA8193A6C6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83D69A-91C5-8856-FE33-162EFA8C700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782993-F54E-AAC5-0960-B6FDA8C3C1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DC2A84-D3EF-A1A0-B868-DDF4847D780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A7C02A-60F2-74BD-3AF1-4AC0975A84A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EDB567-4D6C-C3B8-966F-7637113076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1F863A-E1B0-9969-B68C-F1DBC81CD37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3DDD25-7C89-4A28-7CB2-939383666DA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6973E6-F7F1-F551-D1CE-B144F972040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F60EA9-9EEC-63D8-B1A7-540F6F22EB7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A73867-628F-FC24-FAE9-E1191B5FC3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B1D1CC-3C0E-AF4B-8081-0F45F96345E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87FCDB-83C6-95FD-9488-B737A387E46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6FEC5E-44E7-E91C-707B-63B434AC61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E8AD85-DA98-5015-E48F-44C93F0016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58EA92-55A1-13AB-BE80-714879102D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0AAB2E-F483-C612-F9D5-A9D583F652F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25C308-AE64-D8F2-8B02-DE0BEB18B43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A690915-791C-7EFB-98BA-EA0F563668A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ABBDF7-1075-B819-47D5-CAA7D1A68AF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09C76A5-30F0-738A-A88F-255D26F77B3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2A2FC3-65A0-32CD-A1C4-0ADEA17D5FC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FD7EBD-88C3-569D-4C81-60EE10F87EB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EF28C-2341-7DA8-AA2D-2EF875CA88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F3586-DA2A-C05D-C566-FE53F602BA6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1032BA-7F7C-000F-45C0-3003CD8BBBD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A7E0CC-303C-3B2C-3935-0F58546C46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2B5D5D-39DE-5A45-BDDB-5D10644E7DA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560582-423E-00DA-6BD0-55FB940D63B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92878F-BD50-B448-4C3B-336A98A0CDE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B8A61D-3096-63C7-630C-7D5ACFDE23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9D8B52-1D1C-8492-3E8A-9EA729C997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C6E767-C473-E0B9-8335-C085EA9B81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6FC485-1607-DEB1-FDC3-839B2F7296E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293370-1D42-6772-2A35-31A080295A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EC0E73-5633-992F-9F2C-1FFF24A50A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43043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6062-4936-E25D-4243-DD10A28D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99EDBE-4469-1971-97F8-6F60EE3F17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AB248A-5A99-B885-4B1F-5B24DBEEC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5B5C55-AFFA-AB39-1AE1-525B89A4D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017ADA-6211-35E6-FAE3-464380F32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28887E-4276-199B-C305-7A32A261D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775FB1-8C21-A6CB-0BF2-CBA744A7433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3B1A5C-7FBF-00B8-B848-E44F0D08E3E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1AA3C4-1371-1ACD-A04C-64AF3AC176E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750A48-2522-E2CB-5034-A99DFFB8A36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3FED11-A2F6-9098-16E0-78006B13A9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5E2656-1397-8689-20D1-07F4527A9DC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D46DE4-D8E8-3383-17E3-595CAAC9B1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3964D3-8B29-1E4D-2F58-559E7A8500F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81B3F7-2CCE-970A-82DB-8F382BD20FC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D7242-8B45-C153-7670-7A973003361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796CC-2452-42A1-5759-08519A15805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8D672F-B39F-BC74-8065-5644EE9C49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96A31-1725-8E9F-D413-558D6E1E51F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9B586-381B-A45F-31F6-7097FEF6644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F233E-AFF8-605E-E53E-1605D003A4A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42CE9-AE8D-6217-E758-879656C751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BF86BB-9EC7-289F-C71A-608CE13B7B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F7A6B-84D9-4FEF-9D4D-6049896DC53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B6AA6-7F72-4017-DBFE-CAA394340BA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1CEFCC-45EF-CC95-C9FC-3229B46D513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971E22-C7D5-EDDC-63CF-6D94D36A966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9A05B-6EDE-3BD2-9557-7B999EFECCC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D77144-4A66-137B-B4D0-A195F1F8185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B98C7F-7865-8E50-EBB3-94121C63939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D19AF9-A6F3-5E77-73A5-F334DB49870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F9F3D-853F-1AA7-EE42-A1A28E7563B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95A816-DAAB-711D-0291-16987C6601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64A6DE-7CB1-75BE-AC66-FF9F15AF915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58B616-0E2E-60B2-8D36-FAD5CC4EAE4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8B049C-3B1C-FC3E-78ED-DD3AF9F2BA7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3D831B-5891-5496-4B90-41C6416FAB9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86ABF2-DCBF-FAE3-9411-58476070EB7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02DA42-6BB5-805F-6D8F-4685A062453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F8DD51-0C6E-0A25-DEE8-6ACA7C254C7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FDEA92-967B-4C78-B6A1-AEE3C81B694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FDDF64-C137-10B5-4F35-A598BD87CD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5585E8-231A-7B12-4CAC-248F45B551D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18EB39-EB84-83DD-393D-3AE9BDDB241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FB5D87-060F-78E0-155E-730F6263F6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DEA119-3FA3-9564-C6C1-A64EBBD61D5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145D9B-9A39-A695-4254-8394783EB52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D886DD-AE5A-C6AC-85A4-DF1CF4605D5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6B85BC-49C3-D355-99CC-0F1307F495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00559-6033-CA3B-24C1-F54F7AA3281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2D9830-AB92-3B06-7E93-CE602BC155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05DE5-4E67-D479-7AF6-5A498A24E29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AC898-65B1-05FF-3D8C-4493C6A7E0C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E86EC-101C-C23A-46A6-0C97868D330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8C400E-E212-4EFF-D049-308A0C6C8B4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0D9F72-7400-8472-17D0-6ECCE77EBC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BC402-831E-BE96-CCF7-530C532E63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7A4868-E055-D501-2E1F-F00F4DE183B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531C7B-7C21-95A4-D101-5CDF3210E2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B98BF3-7E34-DDDA-EDF2-DDCA7ADEB3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C50E9-C6E9-909F-57E2-EFE4069F64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5F80B6-0582-D7D8-BE6F-74EA1691C3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CCC536-3BCD-9EB6-812F-99A615BCF12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122ECF-4699-C8DA-59A0-82F0BB456A9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96EDD3-AF87-A2E1-D60B-9C0ACE580D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72D1AD-76C1-C5FC-3673-7BD3BE403DA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2A1582-3EF4-3DB8-618E-9DE48C5C6D3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26559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5988-F0DA-F858-888F-AB8DB0FF8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067196-580C-0522-1184-751F6BF1BF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EBC8DB-C843-3839-C08B-A640B60D2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5D7135-9BBA-4C9F-C1A6-B3E41B4FF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6CD2BA-0A13-C4AD-0197-B3B88189C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28F654-CA97-82C3-42F1-00250F828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7174E-0DD3-8C9E-0E94-FA8054129AB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CCFC80-D4D8-462A-08BC-97A8E0B7096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66350E-0635-A6EA-AAD1-1C9A24502D6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A8DE51-712F-41B9-AB3E-751864FA962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A8248C-6D3B-1848-3116-B8BB701705D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84A69-6504-4B65-A777-82504AB12D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8A08EB-2297-F38B-ECB9-4444C1C631C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C8EB9-FAED-CA72-C570-0A02E1D9E9A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9360EE-C3BB-DB5A-975B-531C8C7012F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4E002C-8517-F7BF-6CEB-DC316CBF282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D71BE-96FA-C904-5374-B1DDA313DD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BEF784-F2DD-9254-9B58-4ECE3D10750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D60DA5-0DB5-FC83-6DB5-C6357FD120F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B9E36B-90ED-1110-1525-4CC50E69EEC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72F3A-3D73-D354-0632-FE57C8E7B6E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3003CB-41BA-F897-7049-C260D3C293D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9F3BA-1A00-E704-B5C9-D9FA1FD64B8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A9070-0259-4F4B-73F3-8F6C1AF4474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DA4BC-F465-D90F-228D-F6BDECD9A3E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1BE40-2C7C-0CD7-D2E9-967FA1E9A7D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A32F2E-CC2E-5336-A661-B71167BC38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7F6896-C31F-21A5-4940-3969A903DA5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C38E6A-A8D0-61D2-35D8-2B7435E7EF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11B86D-F929-F6AC-5E56-B6DB4FB9261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A32150-70D9-8ED5-EA77-52F2E02F2D4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21883B-9269-3189-AF55-7F9EE4BB103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DAD2BD-E8BA-F415-10D0-CD7C3D8609D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54D1A6-9B4C-9831-86B4-A0A33502C8C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41E3C2-87BF-3353-3282-E19DFB81C3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E0FF5E-43E6-8E07-DDBE-1DE80F20E66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6D5BA4-A3DA-0589-DB22-B28BF1BEBA5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717F65-EEC5-7ACF-47CC-A9D107BCD6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C9340D-E967-460B-6367-2D01C4F1664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594AD5-9E45-0461-771E-5F1430AE9D4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215CDA-6FCB-4A21-CFF2-CE1E75A77D3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17F7F0-5F04-BF7B-6915-A9E07B68DC2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06A91B-D3BE-EC21-E947-6A75516968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03B29C-803D-A5BB-EEBD-F7D3493C5A3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BAC99-BCDC-370F-7AC4-B01D5536B11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565E6B-35E7-0FCA-0225-F12A16E5844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70DF5E-D84B-F9F3-9F8B-B83431B0E06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29A49E-3BBE-1990-5F37-CA7632911A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4463D7-7949-1175-67CD-778C56023D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F4445C-BD1A-D613-1E0B-6627DAE5813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40FF3A-4E73-C24F-7C1C-A2F74036BF7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A5AFE3-E0C0-A9E5-E8D6-2DC8B91EEF1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67EC08-E210-1235-4FA6-E54CA6BDB1B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CE4D46-6D0B-D03C-1DC7-C4D679341D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268165-1F7F-DBBC-1141-B94766A4069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57891C-521B-8F8E-835E-AFB9057C3F9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021DCD-BB62-44B8-142C-BC31BDE4ACA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47266A-8F19-8720-8861-DEF8B8AE8FD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8546B6-F69E-3BE9-D45D-0CDBC2AADA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740BC3-4D7D-DA39-6F99-ED9568CA7BE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1E9270-96D8-579A-B9FA-C6DD36B5105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B85703-1FF5-97D7-65F8-5B7A0E7DF2A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41392D-C268-CD72-ED5C-E7CD98A3421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8997B1-DACC-37F6-34F1-2A67F5CE5B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E35F43-A2A7-64BA-9629-3F6E4942F91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AD4154-06F6-C4A8-2C75-96872B4DC9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C0E32E-FA23-6910-6E1E-0D2BCD1D286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1736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493B5-084B-F402-D569-ED309A71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742CD-4C08-C759-D428-E351064BCA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B12825-7257-80BE-B314-2FA10EE3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D389E2-905C-2BF2-3D69-66E87F2C6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EC83C2-851A-816F-507A-6463471E0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E1E4E0-7D0C-BDC1-C9B8-FC89EDA1C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D1E6AE-FB76-39B2-35DC-FCBD966C583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888A85-E2F9-6537-1FA3-9C5341E7D58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51054B-08F9-A341-8D6B-03F14D09E1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60D72C-F4C2-A834-DC96-5D482696A83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1ED32-0036-C267-F1F7-C4C55329BCD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7065E-A0FD-5E09-ED55-43486CD0BA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E09BD-1D3B-31BD-2352-193AB9E8D9D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64F6D-367F-FB62-45F7-FED994E4E15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11E6B9-F457-EE27-8C9F-E6C50241894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541EDB-F484-E938-78DA-5D298AFCB7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EEB7B-BC3E-9DF5-77C4-67D77962D3C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7A033-6475-B90E-7ED2-2892B77A87C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FCE8C-EA50-2328-FDD8-99584D9D251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A1611-ABF3-3DD6-C881-A0D3430490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0E8F2E-B32A-B8A2-12F6-63BC1266FAF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AB6D0-1BAE-34AF-C8DB-EC461956E0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CA4A0A-5548-66A5-1334-DA73C1B79D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490F9-FA05-EA93-0BEC-7DBBFF510E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E165A9-F91A-1AB5-40CE-BA810A82363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9C8BF8-0B05-D2CA-99DD-8DD35D182EB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C3FE04-85ED-5B33-2E56-04BEC211D0C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213987-AD6E-827C-A33F-44D106B9A9E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B2DFA6-0AD6-E448-A65D-3C3A7A1C9B2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3585DA-FDF6-53A3-7B7A-9E02AD5450F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61906B-EA58-8F92-1D40-E4A1D917EC5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46CBAA-883F-62AD-FEED-AA15D29A92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AA1C75-0512-A527-99E0-E3265A4DDAE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362A1D-06EA-7298-1ED4-61FFB45C6BC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A904F8-5CF0-C4D4-087C-28006EDEA8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CAC1CD-4AE0-2CA5-5811-51B010678E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711D70-CED5-A24C-8F40-5D31151384F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D2BF8D-6B08-DE6C-01CA-652AE43C0A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E529B72-5BE1-22F6-DF39-6EDCA20045E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1CB57F-8C59-BE09-DBD9-00F5BE93B2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6C4978-F03C-F262-43E2-7B9720505F1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87AF9-E261-87EB-14C8-6B26B0563CD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F3BA7-7CF5-9C50-60C6-47D36E5C147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A5D728-1724-4577-AE95-99F551270DA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B0A7F-8872-AF01-1ED7-2132A5A088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FC7033-C30D-231D-5EA9-53010B1192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CE3F19-33A5-D0AD-2CC5-35940C3117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765518-1667-2450-A508-D68C94EA1A6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8CA5EA-2789-B028-9F79-0B713C03972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DB4023-FC8B-690D-AB9E-C855D4F0ED2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9138C8-2393-9899-2C24-FC43ACBA0E3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B7650A-6C85-FAD0-10F4-547B5D2E43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E9BEB-80C6-4910-7332-C195F02B29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385C99-502C-5329-ACB1-3DD29FA5C95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853046-8070-B9FF-0FE5-78C1BB0CE53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F90AA9-30CD-23CA-DD3A-7B09BF1221F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58F551-5350-6EE6-8EB9-38E457D530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525747-C6FB-83AE-4E1A-B6048D2F7D3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57211A-8AD2-7FF4-401C-40338874BA4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D0F737-AEE9-C34D-FFAE-1A519D29D11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FB0360-F79B-733A-9E0A-B876F1F20C5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CDF965-5C4B-4DF4-42CC-5272A72FBB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CAE871-8635-2753-90F3-1873B5A519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98E49B-4230-125E-0103-8BE25C10C3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A8F877-DBB2-5726-D876-C65FDC1CAE8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E578FA-035F-54D3-0A6B-54A80C79B13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6B8F18-A3AA-9A22-84E9-A4EE6486689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67598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1400-18C4-2FE0-A14D-F47DE60A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C6160E-D4C9-9A36-5533-215F99D018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CA1FE2-C405-2530-F34F-D381C6C97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D5EC2C-1779-852E-FA86-F16929546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7C578C-3201-6C16-BDE3-2D3C6E5C1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4E3660-6CE7-209D-2243-CB87B0A53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4CEB9A-201B-51F2-382D-8CE3EF7A8E1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07691-E03B-A414-A254-1E9BA5EBB3D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FA428-5DBC-45BC-0860-4EDC484E98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83691-84E4-8BD6-A22D-E25292B21EE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F2DC7-E670-7230-4A7D-72F345F580C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3A275C-300A-EE7A-8D5A-54687FC6A38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B191BA-1BE9-5255-7330-874A75CBAB1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C9128-DD96-C0EE-77C5-AD3B5FB2FC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3B9B90-85C0-32EC-58B7-2E7EB3EFBA4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605DA-9FC8-C604-6FD8-BF422EFF44C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B091D6-4AA2-2E36-49D4-FA9CD22A35B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42F392-1312-F8E7-C665-E46273D039D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6D2EC0-4EF3-82F8-694F-134F4ED01A4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1C997-2353-7056-4F5C-B8C59885BEC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5E72D8-C20A-7A87-BF1C-D29F2CB0A88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985E05-9E17-8B52-3E73-E3D3FD7AC6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0E664-5911-D8D4-C687-ED092057C7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EFB28E-CE90-4610-ABD4-52D279426D8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12D7CD-1DF6-01D4-446F-944FB73C58A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92F3C8-F124-F1C7-4D91-E6BA56781C1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7A5151-87B2-58BE-33A9-846378C1F6B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F34D72-2E25-06E1-B203-BF3F1674C0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FBA37B-E5B6-8967-8680-0424EE2A7FC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F3367B-402F-ED10-23E6-6054960D84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BC689F-9653-7270-0FA5-CFA38308ABF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370303-C101-7CDC-A98B-008831A5B7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B72139-79AD-83D1-8179-E5030E24627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FC7D60-09AD-F3BC-F7CF-2A73583A1BA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D96E11E-8004-B5DE-7AF4-15D37411229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9DA047-997D-2773-6ED7-44048DA67D8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8C5DC2-BB3E-7D66-B44A-CFC882B5F8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9ACF15-9065-F9A3-4BF7-3BBFD04F75C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9912BD-29A5-5F18-6DD2-BED32954464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94C16-6E2D-0495-63CB-A80870166D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4EACB-262C-CA6B-E52A-31497BEEF6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7F8F51-C279-2778-F2F8-4110A89A4E6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D89178-B4F8-349F-8046-783F1E64A8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EF42E-BF56-2643-19E0-CD24BA2DF66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31BE7-1C58-9619-A7E9-34A5C7F5CF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A918FD-7B7A-53B2-0516-050761ABD9E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6E4FF5-A89B-8D50-8A63-B28049FC4B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A94C72-4B78-51FA-5686-017EDD8F9F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D8974A-4A5F-4233-1DA8-52D5A4B288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77731E-7366-D711-AE52-4CA2AF6564E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7502B6-BA11-F383-BFBD-72B4324D74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F73F17-DD97-4A4A-D56E-DD4301A0DAB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E413A0-39FF-9DE1-EB88-018BB9A7D96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1DDDD0-44BD-5802-D08F-6CB2AC353DC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747F26-39CB-02C6-CA17-52B99E97A8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A02032-997F-0A85-E20C-C9C7083D821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8B0D8F-35EB-FDFA-9BD0-38A8ACD5462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5E0E76-A6E8-8DD4-80A6-07A7EA027C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40AD88-C52A-D098-C05B-6DC0BAAECEB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54E776-BB3E-44BF-B41A-E0415743BF9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D03304-EE4C-CBD7-0DEF-A7E418801B7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06EF1B-8FED-C7A4-4351-8BEA0F03428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2B861F-7C61-1D46-6744-EE4003EDFFA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6CA421-C613-8BC5-15F3-BBAC244839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51DA7E-8FF4-04A9-5AD9-E7E0E1EA313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AD2825-E15D-CD7D-3346-953EA16FC8A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3B37B5-626D-D94B-0AFF-7EFFA9C2C96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54438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6EDF-6D22-C3EA-F923-595628A1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666E12-B03F-6C87-A322-C1BA41E66C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A7917E-84EB-BEC7-CEA6-FDCD7361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362305-0A1E-FF1A-C02B-D46E09528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48BD7A-EF7B-24BE-4F67-2496F9803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277CC4-A34F-77A4-0DDF-4A852F60D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DC177-F4CE-56D4-EC88-5FC92684FD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E7F2E8-AC71-BD8F-6527-85ED97CD951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4D787-40C1-97B1-8F89-12B0CD235B6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4285B-D189-001D-9494-5E10F91A670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40FE0-A2E1-156D-DAF7-16374356B8A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D54786-838C-5392-2032-B0ED9A44AD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284CC6-3060-8457-079D-DBDA7836EA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9A5A21-C118-BE1A-DCDA-A915483D25A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EF1B46-F977-C8A3-72E0-89E1D426687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6DCB1-0D14-91D2-A1AD-07699409222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8E6E9B-DDE7-B1A1-E686-FF7A5E10AB7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6B3938-B460-6414-B35A-9C1745F296B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FFA9E3-16A7-5A99-C440-71480296811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5A189A-43E8-A46B-C106-8239D13FC4A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7B3F4B-A913-E83A-D697-35463D8948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DDE63A-0FAE-3447-328F-E694A46FEA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EB5582-1EB6-9DD6-EB93-A575A02DD5C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48A5FB-7272-7D90-F59B-0B072B5E304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DAC823-25E3-6B7F-FEC8-57FEF4ED467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555C3B-7EE2-06ED-95D6-F64ECF0B1BD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7D32A1-C9A8-A4C6-1568-C7575D65D2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A5BDC2-086E-5272-9393-00089B4C2C2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21E229-2550-DA64-7F0D-91FE38B167E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DE8D92-C17F-10AD-674E-F7E6B8164CE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620E69-EEAC-0F8A-F33A-D6F846BF030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0B8DFB-BCD2-5D34-72F3-3BE84B110D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224D94-A08D-3635-B848-648208D1A3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73BABD-8DBE-CD40-F647-937FD744258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27410E-E218-5C39-09FC-10CE37C20D3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EE2E4C-7E25-F766-5F09-191662620F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59055E0-7080-0FCC-593B-DF50FAF04AC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F07CD5-383E-528A-8691-E7CE8C0C8C0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AB2775-BE68-D552-AF53-91CFDAA102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6A7A0-E92D-4107-1F2E-F3405D0D4C6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54281-56CD-207B-9D58-88E36B6FA75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1706C6-6F53-61F2-1110-20DB6AEF224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8EDDF6-A4A7-15DF-36C8-330B88EEFB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677361-AA83-1A0A-F62A-5C8EF9ACF1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87E3F-3F2A-52FB-1AA8-747092D065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ABCA72-B12B-2A3E-8AB9-D90FBD3622D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7864C6-B5BA-71F3-4E67-2E0F089BC7F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A6640A-86C1-77B7-5698-AE39C79E6BB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1584F9-BB67-1420-5FBE-392B2ECDB3D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59C8DB-8BC5-FAA9-6E93-47B744E0819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91B3F8-7523-55C1-8CEF-2DE1DB48A89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53FDF4-708A-B8A1-F687-AC9090F8BFF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EFDAC4-8EDD-8850-13CE-630BBE28F69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B50879-FD1A-AC00-4241-C08C0C4194E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79A2BB-1451-A00C-6CFD-6BE1C20104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1EA180-65A0-1EC2-6BE4-372B4A9187B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DD82D8-4DBA-875D-4844-EFC71178E8A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4E0974-A084-CD1D-9BDE-4DBE93CBF19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2603EB-A43C-DA3C-46F9-11E9CFF3BA4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391523-D6F9-50EA-A1DC-CC311BECC4B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37AD45-0B8E-DF17-B4A9-7CC4A53396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FFE975-B315-9A60-1A03-AF3238E3690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A9C2BA-5347-2313-F172-4D2CDA25805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2709D1-DEA2-CFDB-1192-AD81D9183D1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F3987C-D77A-560F-DB82-27D913E16B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4C1FC2-B0FD-0771-9252-885FEA5BA2F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830629-A892-11D7-40E9-60968835AE2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982A70-29E3-AFE0-62A2-DDFE0545E55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B2798C-883F-95F3-8F5A-DB49C2D042E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335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918A-A847-3577-A587-97BD0CBA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1FD277-1CC1-35EC-ACDB-431560D060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all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9E7B61-A355-8139-E88F-FA5E1BDC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56DAB7-1E0D-17E9-5A97-6EB578722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37DFD1-A517-A4CC-2AEB-47BF5B225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BAFCCB-CC00-BBCD-F1B2-1D5D9566E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79D205-D505-7328-377B-45398BB151B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83F22-EBEC-BF44-B0E7-67DE374E29D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68673E-4C56-558E-612F-B761F8D9623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7F405D-7D0F-4F29-1111-AEA162F57D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6C17A-B390-B2FC-2251-D171711BF04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26BBA-1D47-A505-2C25-E59D8BD00BD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617706-7385-5364-AA1C-EB9BF817A4C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AEB2F7-8425-4F91-7F2F-5DC5D52ECF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4CEBE2-7D40-5254-4F0B-557119E077B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A3475-4DED-5F26-6ECB-BC73AA404F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A70C8-030C-D84F-6C70-2F692EB634A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5DDCE-8955-EA9A-3E19-C671CB922FB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A905D-31D6-7CCC-9339-A243F0D90B1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B51A0A-D4BA-8724-457F-33BA4211257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092B2F-6859-2424-19CC-F8DCF8BFE1E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12E56C-7F3B-944D-5569-5010A243976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228F58-470C-6CF0-32C2-BF9386DD128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F1D53C-E075-239E-3CD5-4201DB85DE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ED929E-3AE8-B9E4-891D-11DBABB12A6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E18584-C1AA-15B0-C693-528FDF2B745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5D9F0E-DA00-D031-C7A1-573BCEA2DD0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3DCF7D-7F14-994E-1A5D-C1CF9ED1AC5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86FF6B-7B61-F9EC-D9DB-54F0DA8FFEC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36AD1D-7927-7D1F-30E5-C6758756AD9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C3C52C-4870-0481-6734-61EE12A3CD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DC4CE1-28EC-39AA-F9CB-AA75534F7C4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99A3849-9999-0260-96D4-FA0669FA1C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F7E597A-8A7A-20FF-E974-E6B9304D269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684A86-DD62-94AA-E96D-1130C7A7E69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D3C1B1C-5E99-C3DD-D419-00E0F793DA8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548C3F3-17B2-BA92-68C7-5F83868E65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C02C23-B773-E921-908A-0C29E6F0DA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C8165E-F460-4BDD-DCA9-73C4293146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F51E53-D8F2-7804-5F73-7CE68D5C5FE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AB9F15-F15D-1294-95F5-DD9E0893632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6B9D4EA-5B1B-DE2C-3053-713F837E2DB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F10C14-E8B9-0535-EBDB-BBA28A92E7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8923FED-AAEB-60B6-B928-398F58A68AE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CEA4F60-7EE9-97C5-7372-BB7F00738B9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200CBE-47BE-0015-8838-01F8C0F525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7E6ACE7-B55D-5BA0-A8DD-A07019F802D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5E3EDC4-A8FC-D292-630E-4CDDAFE5EF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CE9374A-2965-84D9-15AD-7E4C3520DC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0CA6FD6-AFE9-FA25-5373-C77AC7B93AD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78B9818-6132-7D56-1848-B3090525164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296DB6D-A5B2-A9D2-49D3-65A8719A979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597D5CB-6CB5-7C55-38AB-48784AF4E77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3C6873-7009-617D-2755-DEE8A6D626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78CA50E-2BF5-6F4F-3337-50C18C3C865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2CB865B-E02C-C3A7-3AD8-641BCBD31E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C41E8DE-D941-6162-ED7B-F7394BA1DB3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C470A6F-2109-1FB3-C731-8926F1718C0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7EEE3AB-2080-B135-B9F8-7320C9267B3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C487B5B-1ED9-A762-FC21-C9C265F5618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DE83DEB-A3EE-3E3D-8EE2-13754246BE5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E9F9C6-1813-BF25-E44D-0F1765F0B5C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FF9D792-4BDC-9024-92BE-08CEF5137CE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FEDEB4D-B7D4-59CD-659D-F48F668FE4D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C05544E-099D-3E68-2250-94016EF85F7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1E1328E-8E40-0D8F-943E-35A7F3893F6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2D2FEAF-3408-E121-72C2-0B1EF31316F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B55AE34-FE76-C4CA-DC39-B56406ACB09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E2AE898-36F2-45EC-4486-9BEFC45FBF0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3DFD0C6-D06F-AF16-EE47-FA39C4528CD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0CF7E3D-C9E2-5BE3-4F0F-4FCBB4D00C9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005EFB9-E295-05CC-62CB-ED7A16E75E0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E892D82-2301-E59C-786E-93CAEAD04B2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08BA12D-127B-FC8F-F263-0DECDD951A1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A88714-8653-078A-6137-ACED904FA03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9321333-AF0B-2D3F-6609-96B2B40B18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EBDC290-8736-3A1F-B47C-A1D1B78F962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6A9F727-4FAB-AD02-F2D7-307A9FEAF34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86EBF5-89D8-95B2-9C74-C02D6D46AB5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BD0A989-4FBD-4860-9779-B819E4F2BF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530AB41-91AF-CA0C-9FA9-D40E69A29C7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E94795A-5A14-3624-A3A1-69226DAC52C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701EDF8-E3F1-DB25-1533-123EE9242F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ED523FE-31C3-C15C-A705-8AE541F90C5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9CABEB2-F7CB-4E69-A5F3-2184B7D050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6E5CA45-AF75-2C83-17A8-FB8BD9C398A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4B6F6EF-778A-0155-49E7-BB07BB4D3C9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350629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9A5E-AE19-6C6B-AE89-0DC806E0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6DFE09-92F0-5FB9-3E98-AE4A8B60DF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B75F4B-0D07-EA88-FA3C-48CD80534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2BEED4-EED1-D5E3-7CE5-136F8A24D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1398D0-62C0-0331-16B4-A217EF2FD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4F0772-CD07-189A-E948-876FDC63F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EF0D56-985C-0CD6-8FD4-DF7B6B581F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44E8E-CEFE-545C-4916-4AE389E86F9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6C074A-A5AE-23D8-7DF0-B9B71BED6A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1716F-871F-E35B-53EC-DAE019AE6B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43842-A96E-66D3-FBF8-1CA3071D47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C91E4-156E-E2BB-7236-7F05F21136F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FD302-A3AB-51CB-FE94-B0D63773E6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90F3D-A7B4-FB9B-5D3D-0EC704A38FC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4CA0E-E502-6617-025D-C1D3660DE4F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30D1F-934E-4DEB-6C83-801F1EC0B48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48599-6C36-FEEF-F846-E5CE0AAC2F5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B1FE50-5DEC-1211-1726-53F55E2A44A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FA2471-06DB-993B-AA7C-50366BB998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F95F3C-D0CF-D998-6B6B-F877DD22710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FF799D-5D9F-07BB-1991-FF01BEBE485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EB06F6-FBCB-5E9A-3333-86681302D5A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C91EA3-6018-C6BB-74A8-7C276543FB5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A92E04-E83B-E81D-1A64-4887C2E8C6B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0224C7-045E-6A70-7CC2-83B07401B83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4D89D3-142C-398F-865D-A3AFC673F3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58A8DB-B302-E50E-68CC-5ADF3A4A229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4EC5001-E226-92DF-43BB-9283C0F697F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8D3BBD-EDEE-F857-53C3-FD9D27120BA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CED82F-6A52-19E3-DE63-E87F90E100F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A09C58-EE36-794E-B615-0FA5E543FFA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D35602-99B8-3470-795C-E18A078C867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A67E874-6341-9EF9-C0B5-3C07F1504DC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87A285-D8ED-A2B4-6131-89044933D03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873840-190B-A20B-2AD7-91FBD87187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EEB339-2692-E77D-96B7-E57B92ECB40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FD5400-A3A3-F430-7DBB-DFF9CE78B93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702F03-D981-92D6-6B56-056962AE6D5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0105C70-2F5A-BF72-585E-F4AEC7FAFA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5B856A-3C20-16DB-332E-AB71CB11AAB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60EA55-9365-1A52-BF2C-3FA55373DF1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422D16D-DA47-2022-A446-0087ABB656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81C8644-34EF-7731-E0A3-A9C1C1CB3CD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69D9021-4CF2-F623-0DA1-2FD10C63A1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0604A6F-3E0E-951F-CDA1-D4870249B6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6E05A9-5B84-1684-D82F-F954D374822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2224F0A-B292-0B08-45F4-556EF2E8FDE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772EF08-F4A2-0DD2-A4D1-7090749C8A6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3AC5555-9EDA-B56C-3C8E-4E66D02E13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2FA93D-41BF-C42B-275B-541374FC1A2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AD111C5-3A29-FA6E-34A8-2BBC6742E5F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ADA7466-DE29-5EC2-329F-610EFC742A3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BBC9F7B-01EB-F34C-2463-F2B44354A36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D9DDB8E-7694-67CD-E1C3-FCA0821C6D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BAE1D23-1AD4-1DF9-D01B-180AB0E9E4A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EE4E341-FA20-BE28-DD75-E07C75C683F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94F4A33-2E29-1A55-BDEF-5D339565830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E327FA0-0718-C1A0-3405-A918578D43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35C1020-D506-B979-04B4-C2B36C86064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9F6004F-F4D6-9AEB-4477-F839F7C1424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1E6650C-82EC-3D9C-F00D-EC9E699CA2C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231806-A3FE-4D7C-BBD8-AE8E8FCF6F3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3F77FCE-8682-FFBF-B6C1-6CD8110D57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B534806-82C1-1DE4-FE29-35815D7DBC2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5C5ABFE-6391-6C36-EC57-C18B6635834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1721BD5-BE1D-69DA-A53F-CBA0F2338AB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C022FC6-BD4D-73F0-54F2-F34F2DB8AB0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DBDEC5B-C64D-F684-0FD2-D14A141EE9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5EC74EC-0634-0D69-54A6-AD6AA2B1E43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CC25B-1940-4B2F-762D-735D1D2B359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01BC5-FCC3-C92D-E52E-14CCABE772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19DDCA-978F-7B00-956D-0C9FB3223CD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BC7E90-377A-659E-04D5-4BB1F81976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61F0BF-9153-80F4-ED30-500A183888D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E3CA26-D805-6AE9-DB8C-B33D4DC6AC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5A4B2D-51F8-F5AB-EF56-377C425249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4F32D7-173B-8B79-2837-A493AA77839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94AE76-5629-1CB6-A129-69C444D3808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608762-C592-36B9-B61C-DAC462D3E7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4B3C92-4982-9ACD-2704-583AC2F0090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7A8D6B-134F-8F32-6BE6-0BB0EEEE6E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D9DD1D-81E2-90B0-8CEC-8A9E561EF8B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F24B1A-FE0B-D28D-27E0-0F3D106D401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981C34-B56F-86C1-D93E-5512DC7A373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31DAD5-87E4-F9EB-D92F-74A5ADC7953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E9D538-644A-79E8-4FCB-4D7D52C37DA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14AEC7-4133-7B7C-92C1-85EA9047B1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256648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9368-372A-949D-AF62-0D40FEE9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C8C28F-A572-7A88-2043-CB53B96906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04C97B-4D8B-2742-E11D-AB730D538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D3E3DF-FA2F-3754-C433-B5979F6AD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262955-6C72-051B-D4A1-A6E7C925A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8B5EDA-8CAA-8314-CCE1-E62DA237B2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E8E2B2-0B5A-D04D-2DD6-5702C0E589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1EC52-46CB-1C1F-2A46-1431F47CDE3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16A9C-E783-14D5-DA57-E9A4A718D1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B4598-A4FC-F324-04A5-ECDA047DC6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8BF2DF-83E0-E03C-9B9A-5E4A3F6E016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6C4AC-B28B-58D4-93C5-6A1E9B534EE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59F0E-F3B1-E99A-2ED8-03C263E39F4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B57B64-2CA1-CF27-C9CF-86E858F468C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CD01DF-0141-94FA-0313-6B28B2DE1D5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3CE428-086A-E5AC-E3F3-65D491BE4FB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8787D-A1D6-4AE4-73B2-FACB38F9A14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C41421-2630-A136-1617-09C811A667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1D8BA8-1105-06B9-C7D5-6DE9767EB93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1057F-610C-9C47-58FD-DB32C4170F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6A49D4-675B-A128-1746-A2A762D2AFD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D7DA2-CE42-1733-9917-C78D31B1427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71FA75-2E2D-9D03-D4C8-16495C625DD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0EFEE-637F-3993-DC1E-F7FFA6B5B7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CFE6C2-3E99-E08C-C1FB-33DEFF3DC0A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2A2E25-695E-6F58-F3B3-46F78CC55E1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5E5641-D22E-F8E0-2117-E19722C4BA3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377FE0-C4D2-9B47-C3BA-1198A3528DD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E77123-2BC8-8F84-CE61-2C354252CCA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D84565-9CEC-B31B-DC54-B547DF3BA22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CB5185-2459-FA3C-3B9A-1C43DBE3A81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BF8A25-833D-CA3A-2AF5-0232309DF04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46C854-73BB-8B02-F0D2-D365F74BF37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23FC51-046F-DE2E-9B64-302CAD812F2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9CE22E-F9A3-0AD6-83CA-522C60E0242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69A9C1-F5CD-0AE1-D2A0-76FB40D9511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7689C6-C8F5-53DA-ADDF-95D1CD7D60E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C06FCCE-C531-22D3-6896-EB0D3239C21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25CE810-D81A-EBDE-4128-E2373118AB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E17452-AC35-F14C-D693-9E4D32E519B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C5310A7-1E26-63F6-ABDB-E1878019DA1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0006EC-CEF6-314B-F9F4-EB215FACF6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89D581A-8A37-C7FF-EA96-1EEC1478119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C0A977-63BD-A8D2-4F3C-4EDC7AC9AC2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04FDEB-4C92-3A23-A859-3F7602A885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914BC7A-D333-40A8-37B6-B388BC253AD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A15634-FCEC-7A8D-74FC-B3DA59F0907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99C9ACB-FF26-C9C7-08F8-18E7BE0D509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D60D9FF-8F7F-23DF-3D11-07604EC70D4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382FB10-BC16-5DDD-41D5-FA573B7007B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A2B6F7A-075B-86DB-637C-1902C449BF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E7CBAF9-D9E3-11F6-EC6D-E7104EADE8F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6F3A1CF-35FE-066C-4175-47BEB90F5D6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B74F850-8938-3D1E-A552-14FB6F6522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A4BFAC6-94D0-BC17-1700-BF12D402639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489ECD4-6DCF-B345-36CA-4E4E90A7BC7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E444E76-C8A6-35D0-0247-ECC8421F1A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5665EF6-AC55-6E8F-715E-AA3A05077DA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BD8D7AC-4860-209A-9C8E-83B66126CD2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7C16511-057E-8BD0-C73F-6BE0600B8CE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E98CA0-CC71-6A3A-5A21-DD536CA87B0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1D84A6-C6D3-59A8-B5D7-4C9B4A6289A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FE6E811-6580-287D-DDD6-3EEA1A4B236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9A639E5-4BEE-950B-4486-1D256FE0A2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E20ABCA-B724-24AA-98A6-F7F32FB55EF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C8BB52-B759-8818-978C-E167E1547D0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F67A047-877A-D26E-2BBC-0D3B94614F0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D40262C-330A-7E20-23AD-E1D1E8A1D3C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C3E2D3-EE44-52A1-EFF5-43D532B0B02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3768B-2577-698F-4101-F50FE39A65D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60C0D-6C7F-FB12-B69E-6AEAE47417B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846171-A58C-9CF9-6FC5-3D31D4179D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751DD7-D8BD-343D-5027-8143792D9EE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BD546-C8A0-17DA-8CF5-59C011DD6A5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11FAAC-ED9E-6EF4-B250-7008D9D1F0D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7A8873-6F3D-9EDB-E712-6AC3490F13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935E15-ADC4-E6D4-356E-BCF5163142B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B82F3D-6599-1FD2-C942-12EECBF9A2E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E489BE-0526-C73D-4D30-DBD5DFB548A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D94B5A-2BFD-2854-4F81-6E6A0994A09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196A22-FAFC-52B9-011E-8E4E43E6FCC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D9108E-9973-E9CD-9FCA-9AB64E360A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2B080B-801D-A57E-03E7-63EA7ED0D51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73CE6F-2804-7EC3-93FD-6D7545F0AFE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276B42-9D14-508C-7E52-B9E11B86DBE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6C96A6-3B94-650A-9193-3D7091D4070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A70DA3-0854-245B-C320-AF87411EDB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3635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9981</TotalTime>
  <Words>1658</Words>
  <Application>Microsoft Macintosh PowerPoint</Application>
  <PresentationFormat>Widescreen</PresentationFormat>
  <Paragraphs>1577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394</cp:revision>
  <cp:lastPrinted>2025-12-02T00:08:17Z</cp:lastPrinted>
  <dcterms:created xsi:type="dcterms:W3CDTF">2024-03-19T02:13:08Z</dcterms:created>
  <dcterms:modified xsi:type="dcterms:W3CDTF">2026-03-27T05:41:31Z</dcterms:modified>
</cp:coreProperties>
</file>